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d19a91f030648c0" /><Relationship Type="http://schemas.openxmlformats.org/officeDocument/2006/relationships/extended-properties" Target="/docProps/app.xml" Id="Rc8ae32f96fec498f" /><Relationship Type="http://schemas.openxmlformats.org/officeDocument/2006/relationships/officeDocument" Target="/ppt/presentation.xml" Id="R5532e56158114a66" /></Relationships>
</file>

<file path=ppt/presentation.xml><?xml version="1.0" encoding="utf-8"?>
<p:presentation xmlns:p="http://schemas.openxmlformats.org/presentationml/2006/main">
  <p:sldMasterIdLst>
    <p:sldMasterId xmlns:r="http://schemas.openxmlformats.org/officeDocument/2006/relationships" id="2147483648" r:id="Rabfda8a481ca473c"/>
  </p:sldMasterIdLst>
  <p:notesMasterIdLst>
    <p:notesMasterId xmlns:r="http://schemas.openxmlformats.org/officeDocument/2006/relationships" r:id="Rff4c2f3af5db40f0"/>
  </p:notesMasterIdLst>
  <p:sldIdLst>
    <p:sldId xmlns:r="http://schemas.openxmlformats.org/officeDocument/2006/relationships" id="256" r:id="Ra1376cc5d9e9461f"/>
    <p:sldId xmlns:r="http://schemas.openxmlformats.org/officeDocument/2006/relationships" id="257" r:id="R17c4b4467a664655"/>
    <p:sldId xmlns:r="http://schemas.openxmlformats.org/officeDocument/2006/relationships" id="258" r:id="R01d1b44342fe4b21"/>
    <p:sldId xmlns:r="http://schemas.openxmlformats.org/officeDocument/2006/relationships" id="259" r:id="R2c5b04c0cfac46c4"/>
    <p:sldId xmlns:r="http://schemas.openxmlformats.org/officeDocument/2006/relationships" id="260" r:id="R0db6302a1bb94c7e"/>
    <p:sldId xmlns:r="http://schemas.openxmlformats.org/officeDocument/2006/relationships" id="261" r:id="Re6c79b6936924d6b"/>
    <p:sldId xmlns:r="http://schemas.openxmlformats.org/officeDocument/2006/relationships" id="262" r:id="R708f66832397496e"/>
    <p:sldId xmlns:r="http://schemas.openxmlformats.org/officeDocument/2006/relationships" id="263" r:id="Rc4bd3d6159df46f1"/>
    <p:sldId xmlns:r="http://schemas.openxmlformats.org/officeDocument/2006/relationships" id="264" r:id="R1a4806b13ee34070"/>
    <p:sldId xmlns:r="http://schemas.openxmlformats.org/officeDocument/2006/relationships" id="265" r:id="R9bacf846024040bd"/>
    <p:sldId xmlns:r="http://schemas.openxmlformats.org/officeDocument/2006/relationships" id="266" r:id="R81340398df254953"/>
    <p:sldId xmlns:r="http://schemas.openxmlformats.org/officeDocument/2006/relationships" id="267" r:id="R2c3aba9deb764c70"/>
    <p:sldId xmlns:r="http://schemas.openxmlformats.org/officeDocument/2006/relationships" id="268" r:id="R0f1ce2473d544f27"/>
    <p:sldId xmlns:r="http://schemas.openxmlformats.org/officeDocument/2006/relationships" id="269" r:id="R0f805f04db184c32"/>
    <p:sldId xmlns:r="http://schemas.openxmlformats.org/officeDocument/2006/relationships" id="270" r:id="R3e419e4e77b04441"/>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96b044af4b349a5" /><Relationship Type="http://schemas.openxmlformats.org/officeDocument/2006/relationships/slideMaster" Target="/ppt/slideMasters/slideMaster1.xml" Id="Rabfda8a481ca473c" /><Relationship Type="http://schemas.openxmlformats.org/officeDocument/2006/relationships/notesMaster" Target="/ppt/notesMasters/notesMaster1.xml" Id="Rff4c2f3af5db40f0" /><Relationship Type="http://schemas.openxmlformats.org/officeDocument/2006/relationships/presProps" Target="/ppt/presProps.xml" Id="Ra39b2e923eb24140" /><Relationship Type="http://schemas.openxmlformats.org/officeDocument/2006/relationships/tableStyles" Target="/ppt/tableStyles.xml" Id="R35e44c957c124d97" /><Relationship Type="http://schemas.openxmlformats.org/officeDocument/2006/relationships/slide" Target="/ppt/slides/slide1.xml" Id="Ra1376cc5d9e9461f" /><Relationship Type="http://schemas.openxmlformats.org/officeDocument/2006/relationships/slide" Target="/ppt/slides/slide2.xml" Id="R17c4b4467a664655" /><Relationship Type="http://schemas.openxmlformats.org/officeDocument/2006/relationships/slide" Target="/ppt/slides/slide3.xml" Id="R01d1b44342fe4b21" /><Relationship Type="http://schemas.openxmlformats.org/officeDocument/2006/relationships/slide" Target="/ppt/slides/slide4.xml" Id="R2c5b04c0cfac46c4" /><Relationship Type="http://schemas.openxmlformats.org/officeDocument/2006/relationships/slide" Target="/ppt/slides/slide5.xml" Id="R0db6302a1bb94c7e" /><Relationship Type="http://schemas.openxmlformats.org/officeDocument/2006/relationships/slide" Target="/ppt/slides/slide6.xml" Id="Re6c79b6936924d6b" /><Relationship Type="http://schemas.openxmlformats.org/officeDocument/2006/relationships/slide" Target="/ppt/slides/slide7.xml" Id="R708f66832397496e" /><Relationship Type="http://schemas.openxmlformats.org/officeDocument/2006/relationships/slide" Target="/ppt/slides/slide8.xml" Id="Rc4bd3d6159df46f1" /><Relationship Type="http://schemas.openxmlformats.org/officeDocument/2006/relationships/slide" Target="/ppt/slides/slide9.xml" Id="R1a4806b13ee34070" /><Relationship Type="http://schemas.openxmlformats.org/officeDocument/2006/relationships/slide" Target="/ppt/slides/slide10.xml" Id="R9bacf846024040bd" /><Relationship Type="http://schemas.openxmlformats.org/officeDocument/2006/relationships/slide" Target="/ppt/slides/slide11.xml" Id="R81340398df254953" /><Relationship Type="http://schemas.openxmlformats.org/officeDocument/2006/relationships/slide" Target="/ppt/slides/slide12.xml" Id="R2c3aba9deb764c70" /><Relationship Type="http://schemas.openxmlformats.org/officeDocument/2006/relationships/slide" Target="/ppt/slides/slide13.xml" Id="R0f1ce2473d544f27" /><Relationship Type="http://schemas.openxmlformats.org/officeDocument/2006/relationships/slide" Target="/ppt/slides/slide14.xml" Id="R0f805f04db184c32" /><Relationship Type="http://schemas.openxmlformats.org/officeDocument/2006/relationships/slide" Target="/ppt/slides/slide15.xml" Id="R3e419e4e77b0444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bfcfa1df675466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6e0eefe92064252" /><Relationship Type="http://schemas.openxmlformats.org/officeDocument/2006/relationships/notesMaster" Target="/ppt/notesMasters/notesMaster1.xml" Id="R0b01098cb3314355" /></Relationships>
</file>

<file path=ppt/notesSlides/_rels/notesSlide2.xml.rels>&#65279;<?xml version="1.0" encoding="utf-8"?><Relationships xmlns="http://schemas.openxmlformats.org/package/2006/relationships"><Relationship Type="http://schemas.openxmlformats.org/officeDocument/2006/relationships/slide" Target="/ppt/slides/slide2.xml" Id="Rc1d785a0796443ed" /><Relationship Type="http://schemas.openxmlformats.org/officeDocument/2006/relationships/notesMaster" Target="/ppt/notesMasters/notesMaster1.xml" Id="Rf3262c8f5d1b46bd" /></Relationships>
</file>

<file path=ppt/notesSlides/_rels/notesSlide3.xml.rels>&#65279;<?xml version="1.0" encoding="utf-8"?><Relationships xmlns="http://schemas.openxmlformats.org/package/2006/relationships"><Relationship Type="http://schemas.openxmlformats.org/officeDocument/2006/relationships/slide" Target="/ppt/slides/slide3.xml" Id="Rd52de798e3ab4dcb" /><Relationship Type="http://schemas.openxmlformats.org/officeDocument/2006/relationships/notesMaster" Target="/ppt/notesMasters/notesMaster1.xml" Id="R4ce8afae41044256" /></Relationships>
</file>

<file path=ppt/notesSlides/_rels/notesSlide4.xml.rels>&#65279;<?xml version="1.0" encoding="utf-8"?><Relationships xmlns="http://schemas.openxmlformats.org/package/2006/relationships"><Relationship Type="http://schemas.openxmlformats.org/officeDocument/2006/relationships/slide" Target="/ppt/slides/slide4.xml" Id="Rd55f824a04954716" /><Relationship Type="http://schemas.openxmlformats.org/officeDocument/2006/relationships/notesMaster" Target="/ppt/notesMasters/notesMaster1.xml" Id="R167b64c5d1604fb0" /></Relationships>
</file>

<file path=ppt/notesSlides/_rels/notesSlide5.xml.rels>&#65279;<?xml version="1.0" encoding="utf-8"?><Relationships xmlns="http://schemas.openxmlformats.org/package/2006/relationships"><Relationship Type="http://schemas.openxmlformats.org/officeDocument/2006/relationships/slide" Target="/ppt/slides/slide5.xml" Id="Rd116e1e96b6e4250" /><Relationship Type="http://schemas.openxmlformats.org/officeDocument/2006/relationships/notesMaster" Target="/ppt/notesMasters/notesMaster1.xml" Id="R0ee7cba2344f4b3e" /></Relationships>
</file>

<file path=ppt/notesSlides/_rels/notesSlide6.xml.rels>&#65279;<?xml version="1.0" encoding="utf-8"?><Relationships xmlns="http://schemas.openxmlformats.org/package/2006/relationships"><Relationship Type="http://schemas.openxmlformats.org/officeDocument/2006/relationships/slide" Target="/ppt/slides/slide6.xml" Id="R7bc81685df244099" /><Relationship Type="http://schemas.openxmlformats.org/officeDocument/2006/relationships/notesMaster" Target="/ppt/notesMasters/notesMaster1.xml" Id="R8c709b8f30e14aa0" /></Relationships>
</file>

<file path=ppt/notesSlides/_rels/notesSlide7.xml.rels>&#65279;<?xml version="1.0" encoding="utf-8"?><Relationships xmlns="http://schemas.openxmlformats.org/package/2006/relationships"><Relationship Type="http://schemas.openxmlformats.org/officeDocument/2006/relationships/slide" Target="/ppt/slides/slide7.xml" Id="Rd5ee86d718ac4302" /><Relationship Type="http://schemas.openxmlformats.org/officeDocument/2006/relationships/notesMaster" Target="/ppt/notesMasters/notesMaster1.xml" Id="R2881143be72d4039" /></Relationships>
</file>

<file path=ppt/notesSlides/_rels/notesSlide8.xml.rels>&#65279;<?xml version="1.0" encoding="utf-8"?><Relationships xmlns="http://schemas.openxmlformats.org/package/2006/relationships"><Relationship Type="http://schemas.openxmlformats.org/officeDocument/2006/relationships/slide" Target="/ppt/slides/slide8.xml" Id="R1002841afa0b4cbf" /><Relationship Type="http://schemas.openxmlformats.org/officeDocument/2006/relationships/notesMaster" Target="/ppt/notesMasters/notesMaster1.xml" Id="Rd2ebb9bda87a4825" /></Relationships>
</file>

<file path=ppt/notesSlides/_rels/notesSlide9.xml.rels>&#65279;<?xml version="1.0" encoding="utf-8"?><Relationships xmlns="http://schemas.openxmlformats.org/package/2006/relationships"><Relationship Type="http://schemas.openxmlformats.org/officeDocument/2006/relationships/slide" Target="/ppt/slides/slide9.xml" Id="R6358f75618854498" /><Relationship Type="http://schemas.openxmlformats.org/officeDocument/2006/relationships/notesMaster" Target="/ppt/notesMasters/notesMaster1.xml" Id="R24c7cfbdddc9486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8cc5384d5e54672" /><Relationship Type="http://schemas.openxmlformats.org/officeDocument/2006/relationships/notesMaster" Target="/ppt/notesMasters/notesMaster1.xml" Id="R4b387f4cadf8468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5beae35241540cf" /><Relationship Type="http://schemas.openxmlformats.org/officeDocument/2006/relationships/notesMaster" Target="/ppt/notesMasters/notesMaster1.xml" Id="R870d007d9b10485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9c64f4ac9004766" /><Relationship Type="http://schemas.openxmlformats.org/officeDocument/2006/relationships/notesMaster" Target="/ppt/notesMasters/notesMaster1.xml" Id="Rf209f3a56959411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6ead04ed37146e3" /><Relationship Type="http://schemas.openxmlformats.org/officeDocument/2006/relationships/notesMaster" Target="/ppt/notesMasters/notesMaster1.xml" Id="Rfcb3d6f1b338408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518d6242a304ce8" /><Relationship Type="http://schemas.openxmlformats.org/officeDocument/2006/relationships/notesMaster" Target="/ppt/notesMasters/notesMaster1.xml" Id="R414e7599af4d44a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d0898ab2a2f48dc" /><Relationship Type="http://schemas.openxmlformats.org/officeDocument/2006/relationships/notesMaster" Target="/ppt/notesMasters/notesMaster1.xml" Id="Re4ba931131a2460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saying this is not a feature demo deck. It explains why people will use KWD, why they will return, and how the team will grow adoption.</a:t>
            </a:r>
          </a:p>
          <a:p xmlns:a="http://schemas.openxmlformats.org/drawingml/2006/main">
            <a:r>
              <a:t>Mention the source document: User Adoption Plan Study, KWD-UAP-2026 v1, dated 11 June 2026.</a:t>
            </a:r>
          </a:p>
          <a:p xmlns:a="http://schemas.openxmlformats.org/drawingml/2006/main">
            <a:r>
              <a:t>Set the expectation that every slide has a simple team-talking-point, with details in the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easiest high-level explanation for the team to remember.</a:t>
            </a:r>
          </a:p>
          <a:p xmlns:a="http://schemas.openxmlformats.org/drawingml/2006/main">
            <a:r>
              <a:t>The plan is not only about advertising. The strongest adoption path is social: teacher creates class, students join together, competition makes it enjoyable, and repeated value supports subscription.</a:t>
            </a:r>
          </a:p>
          <a:p xmlns:a="http://schemas.openxmlformats.org/drawingml/2006/main">
            <a:r>
              <a:t>Use the three pillars as the backbone for later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mission in human language: if young people learn road rules earlier, the community becomes safer.</a:t>
            </a:r>
          </a:p>
          <a:p xmlns:a="http://schemas.openxmlformats.org/drawingml/2006/main">
            <a:r>
              <a:t>The numbers and SDG links are from the source document and should be presented as the plan's evidence base.</a:t>
            </a:r>
          </a:p>
          <a:p xmlns:a="http://schemas.openxmlformats.org/drawingml/2006/main">
            <a:r>
              <a:t>Do not over-focus on technology here. The user need comes first: Khmer content, teacher tools, and engaging practice.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helps the team avoid saying only 'our users are students.'</a:t>
            </a:r>
          </a:p>
          <a:p xmlns:a="http://schemas.openxmlformats.org/drawingml/2006/main">
            <a:r>
              <a:t>Students are the primary learning users; teachers are early adopters and distribution partners; parents and institutions are trust and payment routes.</a:t>
            </a:r>
          </a:p>
          <a:p xmlns:a="http://schemas.openxmlformats.org/drawingml/2006/main">
            <a:r>
              <a:t>Tie every feature back to one persona. Learning journey helps students. Reports help teachers. Family plan helps parents.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loop slowly. It is the core of the adoption plan.</a:t>
            </a:r>
          </a:p>
          <a:p xmlns:a="http://schemas.openxmlformats.org/drawingml/2006/main">
            <a:r>
              <a:t>Point out that teacher invite codes reduce signup friction, especially for students without email.</a:t>
            </a:r>
          </a:p>
          <a:p xmlns:a="http://schemas.openxmlformats.org/drawingml/2006/main">
            <a:r>
              <a:t>The team should explain that the product itself supports adoption through competition, rewards, and visible progress.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honest: the user count is still small because KWD is pre-launch/Beta.</a:t>
            </a:r>
          </a:p>
          <a:p xmlns:a="http://schemas.openxmlformats.org/drawingml/2006/main">
            <a:r>
              <a:t>The strength is not big scale yet; the strength is direct learning from testers and a clear plan for Year 1 growth.</a:t>
            </a:r>
          </a:p>
          <a:p xmlns:a="http://schemas.openxmlformats.org/drawingml/2006/main">
            <a:r>
              <a:t>When asked about traction, say: small beta testers, 84 percent willingness to try, live demos, and a path to measure Year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important for judges and teammates because it proves the team listened.</a:t>
            </a:r>
          </a:p>
          <a:p xmlns:a="http://schemas.openxmlformats.org/drawingml/2006/main">
            <a:r>
              <a:t>Use before/after language: before the app was harder to read or start; after feedback, the team added readability, learning journey, Suar AI explanations, and class codes.</a:t>
            </a:r>
          </a:p>
          <a:p xmlns:a="http://schemas.openxmlformats.org/drawingml/2006/main">
            <a:r>
              <a:t>If asked what feedback was not implemented, say larger features such as full auto subscription or more Q&amp;A were moved to Year 2 because speed and low data use come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two directions: bottom-up through teachers and students, top-down through institutions and official trust.</a:t>
            </a:r>
          </a:p>
          <a:p xmlns:a="http://schemas.openxmlformats.org/drawingml/2006/main">
            <a:r>
              <a:t>The team should connect every channel to a real adoption action: content creates awareness, demos create trial, partners create access, government support creates trust.</a:t>
            </a:r>
          </a:p>
          <a:p xmlns:a="http://schemas.openxmlformats.org/drawingml/2006/main">
            <a:r>
              <a:t>The referral mechanic is simple enough to say in one sentence and should be remembered.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attack competitors. Explain the gaps each alternative leaves open.</a:t>
            </a:r>
          </a:p>
          <a:p xmlns:a="http://schemas.openxmlformats.org/drawingml/2006/main">
            <a:r>
              <a:t>KWD's differentiation is not only one feature. It is Khmer-first content, structured learning, gamified practice, teacher tools, AI help, and web access without installation.</a:t>
            </a:r>
          </a:p>
          <a:p xmlns:a="http://schemas.openxmlformats.org/drawingml/2006/main">
            <a:r>
              <a:t>The moat answer should be: content depth, teacher/student network, saved progress, and local trust.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non-technical teammates, simplify this slide: KWD is web-based, works on phones, uses a database, has AI help, supports live play, and protects user data.</a:t>
            </a:r>
          </a:p>
          <a:p xmlns:a="http://schemas.openxmlformats.org/drawingml/2006/main">
            <a:r>
              <a:t>For technical questions, mention Next.js, Neon PostgreSQL, Drizzle, Pusher, KHQR, JWT, TOTP 2FA, HTTPS/TLS, and PDPA.</a:t>
            </a:r>
          </a:p>
          <a:p xmlns:a="http://schemas.openxmlformats.org/drawingml/2006/main">
            <a:r>
              <a:t>Connect tech to adoption: speed, low data, mobile access, classroom join, and trust.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pricing as a ladder, not a wall.</a:t>
            </a:r>
          </a:p>
          <a:p xmlns:a="http://schemas.openxmlformats.org/drawingml/2006/main">
            <a:r>
              <a:t>Free helps students start. Paid plans are for adults and institutions who need tracking, management, scale, or certification.</a:t>
            </a:r>
          </a:p>
          <a:p xmlns:a="http://schemas.openxmlformats.org/drawingml/2006/main">
            <a:r>
              <a:t>If asked how pricing was decided, say the tiers match buyer type and unlock needs: family tracking, teacher reporting, school scale, driving school certificates.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clearly that these are forward projections from the plan, not completed results.</a:t>
            </a:r>
          </a:p>
          <a:p xmlns:a="http://schemas.openxmlformats.org/drawingml/2006/main">
            <a:r>
              <a:t>The paid subscriber path is 100 in 2026, 250 in 2027, and 500 in 2028.</a:t>
            </a:r>
          </a:p>
          <a:p xmlns:a="http://schemas.openxmlformats.org/drawingml/2006/main">
            <a:r>
              <a:t>The ARR path is 12,360 dollars, 31,000 dollars, and 62,000 dollars. The source says costs stay low at roughly 80, 300, and 900 dollars, supporting early break-even.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answer to questions about keeping users engaged.</a:t>
            </a:r>
          </a:p>
          <a:p xmlns:a="http://schemas.openxmlformats.org/drawingml/2006/main">
            <a:r>
              <a:t>Mention the specific retention mechanics: new content, contests, notifications, daily challenge, streaks, leaderboard, badges, Suar AI support.</a:t>
            </a:r>
          </a:p>
          <a:p xmlns:a="http://schemas.openxmlformats.org/drawingml/2006/main">
            <a:r>
              <a:t>Mention the metrics: daily and weekly active users, 7-day return, and renewal 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Risks make the plan more credible because the team has thought about what could go wrong.</a:t>
            </a:r>
          </a:p>
          <a:p xmlns:a="http://schemas.openxmlformats.org/drawingml/2006/main">
            <a:r>
              <a:t>For roadmap, use the three-year ladder: Year 1 beta and feedback, Year 2 school and AI expansion, Year 3 institutions and province expansion.</a:t>
            </a:r>
          </a:p>
          <a:p xmlns:a="http://schemas.openxmlformats.org/drawingml/2006/main">
            <a:r>
              <a:t>If asked what support is needed, mention mentors, hosting/content budget, and institutional partners for school access.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document includes judge questions in ten categories: problem, solution/technology, users/testing, adoption, ethics, learning/teamwork, future, business/finance, growth/scaling, and competition.</a:t>
            </a:r>
          </a:p>
          <a:p xmlns:a="http://schemas.openxmlformats.org/drawingml/2006/main">
            <a:r>
              <a:t>Practice answer formula: direct answer, proof point, next step. Example: Our target user is students 12 to 18, but teachers are our early adoption channel because they create classes and invite groups. Our next step is to run more school demos and measure retention.</a:t>
            </a:r>
          </a:p>
          <a:p xmlns:a="http://schemas.openxmlformats.org/drawingml/2006/main">
            <a:r>
              <a:t>Remind the team to keep answers short, clear, and easy to translate.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1108de5532d47f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978649719f148b7" /><Relationship Type="http://schemas.openxmlformats.org/officeDocument/2006/relationships/slideLayout" Target="/ppt/slideLayouts/slideLayout1.xml" Id="R3d4c0355bc0b4a4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d4c0355bc0b4a4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6c6472b55d14eee" /><Relationship Type="http://schemas.openxmlformats.org/officeDocument/2006/relationships/image" Target="/ppt/media/image.png" Id="Rd54bbef98dab4adc" /><Relationship Type="http://schemas.openxmlformats.org/officeDocument/2006/relationships/notesSlide" Target="/ppt/notesSlides/notesSlide1.xml" Id="R085f5619369349c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2f1f9d9924145cc" /><Relationship Type="http://schemas.openxmlformats.org/officeDocument/2006/relationships/notesSlide" Target="/ppt/notesSlides/notesSlide2.xml" Id="R30fe3fc09bc6408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9e37dadca944ea8" /><Relationship Type="http://schemas.openxmlformats.org/officeDocument/2006/relationships/notesSlide" Target="/ppt/notesSlides/notesSlide3.xml" Id="R63888f666cde43f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1b229ebd9c4471a" /><Relationship Type="http://schemas.openxmlformats.org/officeDocument/2006/relationships/notesSlide" Target="/ppt/notesSlides/notesSlide4.xml" Id="Rcf6cd4f37cff47f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07f8c97f1b14ffa" /><Relationship Type="http://schemas.openxmlformats.org/officeDocument/2006/relationships/notesSlide" Target="/ppt/notesSlides/notesSlide5.xml" Id="R28776841d33c482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b911e66ceb84a0d" /><Relationship Type="http://schemas.openxmlformats.org/officeDocument/2006/relationships/notesSlide" Target="/ppt/notesSlides/notesSlide6.xml" Id="Rc503e1266a074a6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b7b192db1c64360" /><Relationship Type="http://schemas.openxmlformats.org/officeDocument/2006/relationships/notesSlide" Target="/ppt/notesSlides/notesSlide7.xml" Id="R5eba3bab2f544d1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4339f9495d646ad" /><Relationship Type="http://schemas.openxmlformats.org/officeDocument/2006/relationships/notesSlide" Target="/ppt/notesSlides/notesSlide8.xml" Id="Rb3ff57286c5343e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4767a57462a4e74" /><Relationship Type="http://schemas.openxmlformats.org/officeDocument/2006/relationships/notesSlide" Target="/ppt/notesSlides/notesSlide9.xml" Id="Ra74f2fa92d564ea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5d08032e36d441f" /><Relationship Type="http://schemas.openxmlformats.org/officeDocument/2006/relationships/notesSlide" Target="/ppt/notesSlides/notesSlide10.xml" Id="Rd90d7faabd6d4f9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a50f6c850164058" /><Relationship Type="http://schemas.openxmlformats.org/officeDocument/2006/relationships/notesSlide" Target="/ppt/notesSlides/notesSlide11.xml" Id="Rd38e469f96ca405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16114c3b5b8400f" /><Relationship Type="http://schemas.openxmlformats.org/officeDocument/2006/relationships/chart" Target="/ppt/slides/charts/chart1.xml" Id="R9ba603ab1d0f4ee4" /><Relationship Type="http://schemas.openxmlformats.org/officeDocument/2006/relationships/chart" Target="/ppt/slides/charts/chart2.xml" Id="R685cb6be7ffd43ca" /><Relationship Type="http://schemas.openxmlformats.org/officeDocument/2006/relationships/notesSlide" Target="/ppt/notesSlides/notesSlide12.xml" Id="R0eb5ff8abc2f441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c31140739c047bc" /><Relationship Type="http://schemas.openxmlformats.org/officeDocument/2006/relationships/notesSlide" Target="/ppt/notesSlides/notesSlide13.xml" Id="R9b563096985141f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50992aff4484ab5" /><Relationship Type="http://schemas.openxmlformats.org/officeDocument/2006/relationships/notesSlide" Target="/ppt/notesSlides/notesSlide14.xml" Id="R3b0ec5abb7ac491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5a586cf66de4d4e" /><Relationship Type="http://schemas.openxmlformats.org/officeDocument/2006/relationships/notesSlide" Target="/ppt/notesSlides/notesSlide15.xml" Id="R1cf8734c44f74213" /></Relationships>
</file>

<file path=ppt/slides/charts/chart1.xml><?xml version="1.0" encoding="utf-8"?>
<c:chartSpace xmlns:c="http://schemas.openxmlformats.org/drawingml/2006/chart">
  <c:lang val="en-US"/>
  <c:roundedCorners val="0"/>
  <c:chart>
    <c:plotArea>
      <c:layout/>
      <c:barChart>
        <c:barDir val="col"/>
        <c:grouping val="clustered"/>
        <c:varyColors val="0"/>
        <c:ser>
          <c:idx val="0"/>
          <c:order val="0"/>
          <c:tx>
            <c:v>Subscribers</c:v>
          </c:tx>
          <c:spPr>
            <a:solidFill xmlns:a="http://schemas.openxmlformats.org/drawingml/2006/main">
              <a:srgbClr val="EAB308"/>
            </a:solidFill>
          </c:spPr>
          <c:dLbls>
            <c:showLegendKey val="0"/>
            <c:showVal val="0"/>
            <c:showCatName val="0"/>
            <c:showSerName val="0"/>
            <c:showPercent val="0"/>
            <c:showBubbleSize val="0"/>
            <c:showLeaderLines val="0"/>
          </c:dLbls>
          <c:cat>
            <c:numLit>
              <c:formatCode>General</c:formatCode>
              <c:ptCount val="3"/>
              <c:pt idx="0">
                <c:v>2026</c:v>
              </c:pt>
              <c:pt idx="1">
                <c:v>2027</c:v>
              </c:pt>
              <c:pt idx="2">
                <c:v>2028</c:v>
              </c:pt>
            </c:numLit>
          </c:cat>
          <c:val>
            <c:numLit>
              <c:formatCode>General</c:formatCode>
              <c:ptCount val="3"/>
              <c:pt idx="0">
                <c:v>100</c:v>
              </c:pt>
              <c:pt idx="1">
                <c:v>250</c:v>
              </c:pt>
              <c:pt idx="2">
                <c:v>500</c:v>
              </c:pt>
            </c:numLit>
          </c:val>
        </c:ser>
        <c:dLbls>
          <c:txPr>
            <a:bodyPr xmlns:a="http://schemas.openxmlformats.org/drawingml/2006/main" anchorCtr="1"/>
            <a:lstStyle xmlns:a="http://schemas.openxmlformats.org/drawingml/2006/main"/>
            <a:p xmlns:a="http://schemas.openxmlformats.org/drawingml/2006/main">
              <a:pPr>
                <a:defRPr sz="1125" b="1">
                  <a:solidFill>
                    <a:srgbClr val="0B0B0B"/>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0B0B0B"/>
                </a:solidFill>
              </a:defRPr>
            </a:pPr>
          </a:p>
        </c:txPr>
        <c:crossAx val="48672768"/>
        <c:crosses val="autoZero"/>
        <c:lblAlgn val="ctr"/>
        <c:lblOffset val="100"/>
        <c:noMultiLvlLbl val="0"/>
      </c:catAx>
      <c:valAx>
        <c:axId val="48672768"/>
        <c:scaling>
          <c:orientation val="minMax"/>
          <c:max val="600"/>
        </c:scaling>
        <c:delete val="0"/>
        <c:axPos val="l"/>
        <c:majorGridlines>
          <c:spPr>
            <a:ln xmlns:a="http://schemas.openxmlformats.org/drawingml/2006/main" w="9525">
              <a:solidFill>
                <a:srgbClr val="D1D5DB"/>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0B0B0B"/>
                </a:solidFill>
              </a:defRPr>
            </a:pPr>
          </a:p>
        </c:txPr>
        <c:crossAx val="48650112"/>
        <c:crosses val="autoZero"/>
        <c:crossBetween val="between"/>
      </c:valAx>
    </c:plotArea>
    <c:plotVisOnly val="1"/>
  </c:chart>
</c:chartSpace>
</file>

<file path=ppt/slides/charts/chart2.xml><?xml version="1.0" encoding="utf-8"?>
<c:chartSpace xmlns:c="http://schemas.openxmlformats.org/drawingml/2006/chart">
  <c:lang val="en-US"/>
  <c:roundedCorners val="0"/>
  <c:chart>
    <c:plotArea>
      <c:layout/>
      <c:barChart>
        <c:barDir val="col"/>
        <c:grouping val="clustered"/>
        <c:varyColors val="0"/>
        <c:ser>
          <c:idx val="0"/>
          <c:order val="0"/>
          <c:tx>
            <c:v>ARR</c:v>
          </c:tx>
          <c:spPr>
            <a:solidFill xmlns:a="http://schemas.openxmlformats.org/drawingml/2006/main">
              <a:srgbClr val="0B0B0B"/>
            </a:solidFill>
          </c:spPr>
          <c:dLbls>
            <c:showLegendKey val="0"/>
            <c:showVal val="0"/>
            <c:showCatName val="0"/>
            <c:showSerName val="0"/>
            <c:showPercent val="0"/>
            <c:showBubbleSize val="0"/>
            <c:showLeaderLines val="0"/>
          </c:dLbls>
          <c:cat>
            <c:numLit>
              <c:formatCode>General</c:formatCode>
              <c:ptCount val="3"/>
              <c:pt idx="0">
                <c:v>2026</c:v>
              </c:pt>
              <c:pt idx="1">
                <c:v>2027</c:v>
              </c:pt>
              <c:pt idx="2">
                <c:v>2028</c:v>
              </c:pt>
            </c:numLit>
          </c:cat>
          <c:val>
            <c:numLit>
              <c:formatCode>$#,##0</c:formatCode>
              <c:ptCount val="3"/>
              <c:pt idx="0">
                <c:v>12360</c:v>
              </c:pt>
              <c:pt idx="1">
                <c:v>31000</c:v>
              </c:pt>
              <c:pt idx="2">
                <c:v>62000</c:v>
              </c:pt>
            </c:numLit>
          </c:val>
        </c:ser>
        <c:ser>
          <c:idx val="1"/>
          <c:order val="1"/>
          <c:tx>
            <c:v>Cost</c:v>
          </c:tx>
          <c:spPr>
            <a:solidFill xmlns:a="http://schemas.openxmlformats.org/drawingml/2006/main">
              <a:srgbClr val="F97316"/>
            </a:solidFill>
          </c:spPr>
          <c:dLbls>
            <c:showLegendKey val="0"/>
            <c:showVal val="0"/>
            <c:showCatName val="0"/>
            <c:showSerName val="0"/>
            <c:showPercent val="0"/>
            <c:showBubbleSize val="0"/>
            <c:showLeaderLines val="0"/>
          </c:dLbls>
          <c:cat>
            <c:numLit>
              <c:formatCode>General</c:formatCode>
              <c:ptCount val="3"/>
              <c:pt idx="0">
                <c:v>2026</c:v>
              </c:pt>
              <c:pt idx="1">
                <c:v>2027</c:v>
              </c:pt>
              <c:pt idx="2">
                <c:v>2028</c:v>
              </c:pt>
            </c:numLit>
          </c:cat>
          <c:val>
            <c:numLit>
              <c:formatCode>$#,##0</c:formatCode>
              <c:ptCount val="3"/>
              <c:pt idx="0">
                <c:v>80</c:v>
              </c:pt>
              <c:pt idx="1">
                <c:v>300</c:v>
              </c:pt>
              <c:pt idx="2">
                <c:v>900</c:v>
              </c:pt>
            </c:numLit>
          </c:val>
        </c:ser>
        <c:ser>
          <c:idx val="2"/>
          <c:order val="2"/>
          <c:tx>
            <c:v>Net profit</c:v>
          </c:tx>
          <c:spPr>
            <a:solidFill xmlns:a="http://schemas.openxmlformats.org/drawingml/2006/main">
              <a:srgbClr val="16A34A"/>
            </a:solidFill>
          </c:spPr>
          <c:dLbls>
            <c:showLegendKey val="0"/>
            <c:showVal val="0"/>
            <c:showCatName val="0"/>
            <c:showSerName val="0"/>
            <c:showPercent val="0"/>
            <c:showBubbleSize val="0"/>
            <c:showLeaderLines val="0"/>
          </c:dLbls>
          <c:cat>
            <c:numLit>
              <c:formatCode>General</c:formatCode>
              <c:ptCount val="3"/>
              <c:pt idx="0">
                <c:v>2026</c:v>
              </c:pt>
              <c:pt idx="1">
                <c:v>2027</c:v>
              </c:pt>
              <c:pt idx="2">
                <c:v>2028</c:v>
              </c:pt>
            </c:numLit>
          </c:cat>
          <c:val>
            <c:numLit>
              <c:formatCode>$#,##0</c:formatCode>
              <c:ptCount val="3"/>
              <c:pt idx="0">
                <c:v>12310</c:v>
              </c:pt>
              <c:pt idx="1">
                <c:v>30700</c:v>
              </c:pt>
              <c:pt idx="2">
                <c:v>61100</c:v>
              </c:pt>
            </c:numLit>
          </c:val>
        </c:ser>
        <c:dLbls>
          <c:showLegendKey val="0"/>
          <c:showVal val="0"/>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0B0B0B"/>
                </a:solidFill>
              </a:defRPr>
            </a:pPr>
          </a:p>
        </c:txPr>
        <c:crossAx val="48672768"/>
        <c:crosses val="autoZero"/>
        <c:lblAlgn val="ctr"/>
        <c:lblOffset val="100"/>
        <c:noMultiLvlLbl val="0"/>
      </c:catAx>
      <c:valAx>
        <c:axId val="48672768"/>
        <c:scaling>
          <c:orientation val="minMax"/>
          <c:max val="70000"/>
        </c:scaling>
        <c:delete val="0"/>
        <c:axPos val="l"/>
        <c:majorGridlines>
          <c:spPr>
            <a:ln xmlns:a="http://schemas.openxmlformats.org/drawingml/2006/main" w="9525">
              <a:solidFill>
                <a:srgbClr val="D1D5DB"/>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0B0B0B"/>
                </a:solidFill>
              </a:defRPr>
            </a:pPr>
          </a:p>
        </c:txPr>
        <c:crossAx val="48650112"/>
        <c:crosses val="autoZero"/>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825">
              <a:solidFill>
                <a:srgbClr val="0B0B0B"/>
              </a:solidFill>
            </a:defRPr>
          </a:pPr>
        </a:p>
      </c:txPr>
    </c:legend>
    <c:plotVisOnly val="1"/>
  </c:chart>
</c:chartSpace>
</file>

<file path=ppt/slides/slide1.xml><?xml version="1.0" encoding="utf-8"?>
<p:sld xmlns:p="http://schemas.openxmlformats.org/presentationml/2006/main">
  <p:cSld>
    <p:bg>
      <p:bgPr>
        <a:solidFill xmlns:a="http://schemas.openxmlformats.org/drawingml/2006/main">
          <a:srgbClr val="FFF8D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556C05A-154B-4291-801A-7B67D28E9F07}"/>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EAB308"/>
          </a:solidFill>
          <a:ln xmlns:a="http://schemas.openxmlformats.org/drawingml/2006/main" w="0">
            <a:solidFill>
              <a:srgbClr val="0B0B0B"/>
            </a:solidFill>
            <a:prstDash val="solid"/>
          </a:ln>
        </p:spPr>
      </p:sp>
      <p:sp>
        <p:nvSpPr>
          <p:cNvPr id="2" name="">
            <a:extLst xmlns:a="http://schemas.openxmlformats.org/drawingml/2006/main">
              <a:ext uri="{FF2B5EF4-FFF2-40B4-BE49-F238E27FC236}">
                <a16:creationId xmlns:a16="http://schemas.microsoft.com/office/drawing/2014/main" id="{3DA3D20E-385A-439B-9636-9DBF0C6F97AF}"/>
              </a:ext>
            </a:extLst>
          </p:cNvPr>
          <p:cNvSpPr>
            <a:spLocks xmlns:a="http://schemas.openxmlformats.org/drawingml/2006/main" noGrp="1"/>
          </p:cNvSpPr>
          <p:nvPr/>
        </p:nvSpPr>
        <p:spPr>
          <a:xfrm xmlns:a="http://schemas.openxmlformats.org/drawingml/2006/main">
            <a:off x="0" y="6686550"/>
            <a:ext cx="12192000" cy="1714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3" name="">
            <a:extLst xmlns:a="http://schemas.openxmlformats.org/drawingml/2006/main">
              <a:ext uri="{FF2B5EF4-FFF2-40B4-BE49-F238E27FC236}">
                <a16:creationId xmlns:a16="http://schemas.microsoft.com/office/drawing/2014/main" id="{030A0DFC-A09F-4C6C-8DB5-D96A52360809}"/>
              </a:ext>
            </a:extLst>
          </p:cNvPr>
          <p:cNvSpPr>
            <a:spLocks xmlns:a="http://schemas.openxmlformats.org/drawingml/2006/main" noGrp="1"/>
          </p:cNvSpPr>
          <p:nvPr/>
        </p:nvSpPr>
        <p:spPr>
          <a:xfrm xmlns:a="http://schemas.openxmlformats.org/drawingml/2006/main">
            <a:off x="514350" y="2857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5000"/>
              </a:lnSpc>
              <a:buNone/>
              <a:defRPr sz="975" b="1">
                <a:solidFill>
                  <a:srgbClr val="0B0B0B"/>
                </a:solidFill>
                <a:latin typeface="Noto Sans Khmer"/>
                <a:ea typeface="Noto Sans Khmer"/>
                <a:cs typeface="Noto Sans Khmer"/>
              </a:defRPr>
            </a:pPr>
            <a:r>
              <a:rPr sz="975" b="1">
                <a:solidFill>
                  <a:srgbClr val="0B0B0B"/>
                </a:solidFill>
                <a:latin typeface="Noto Sans Khmer"/>
                <a:ea typeface="Noto Sans Khmer"/>
                <a:cs typeface="Noto Sans Khmer"/>
              </a:rPr>
              <a:t>TEAM EXPLAINER</a:t>
            </a:r>
          </a:p>
        </p:txBody>
      </p:sp>
      <p:sp>
        <p:nvSpPr>
          <p:cNvPr id="4" name="">
            <a:extLst xmlns:a="http://schemas.openxmlformats.org/drawingml/2006/main">
              <a:ext uri="{FF2B5EF4-FFF2-40B4-BE49-F238E27FC236}">
                <a16:creationId xmlns:a16="http://schemas.microsoft.com/office/drawing/2014/main" id="{EF888204-69E8-470C-AFEB-4DCEE13A923A}"/>
              </a:ext>
            </a:extLst>
          </p:cNvPr>
          <p:cNvSpPr>
            <a:spLocks xmlns:a="http://schemas.openxmlformats.org/drawingml/2006/main" noGrp="1"/>
          </p:cNvSpPr>
          <p:nvPr/>
        </p:nvSpPr>
        <p:spPr>
          <a:xfrm xmlns:a="http://schemas.openxmlformats.org/drawingml/2006/main">
            <a:off x="11163300" y="266700"/>
            <a:ext cx="514350" cy="323850"/>
          </a:xfrm>
          <a:prstGeom xmlns:a="http://schemas.openxmlformats.org/drawingml/2006/main" prst="rect">
            <a:avLst/>
          </a:prstGeom>
          <a:solidFill xmlns:a="http://schemas.openxmlformats.org/drawingml/2006/main">
            <a:srgbClr val="EAB308"/>
          </a:solidFill>
          <a:ln xmlns:a="http://schemas.openxmlformats.org/drawingml/2006/main" w="28575">
            <a:solidFill>
              <a:srgbClr val="0B0B0B"/>
            </a:solid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lnSpc>
                <a:spcPct val="105000"/>
              </a:lnSpc>
              <a:buNone/>
              <a:defRPr sz="1350" b="1">
                <a:solidFill>
                  <a:srgbClr val="0B0B0B"/>
                </a:solidFill>
                <a:latin typeface="Noto Sans Khmer"/>
                <a:ea typeface="Noto Sans Khmer"/>
                <a:cs typeface="Noto Sans Khmer"/>
              </a:defRPr>
            </a:pPr>
            <a:r>
              <a:rPr sz="1350" b="1">
                <a:solidFill>
                  <a:srgbClr val="0B0B0B"/>
                </a:solidFill>
                <a:latin typeface="Noto Sans Khmer"/>
                <a:ea typeface="Noto Sans Khmer"/>
                <a:cs typeface="Noto Sans Khmer"/>
              </a:rPr>
              <a:t>01</a:t>
            </a:r>
          </a:p>
        </p:txBody>
      </p:sp>
      <p:sp>
        <p:nvSpPr>
          <p:cNvPr id="5" name="">
            <a:extLst xmlns:a="http://schemas.openxmlformats.org/drawingml/2006/main">
              <a:ext uri="{FF2B5EF4-FFF2-40B4-BE49-F238E27FC236}">
                <a16:creationId xmlns:a16="http://schemas.microsoft.com/office/drawing/2014/main" id="{3B836BAE-95D6-4177-B3D1-910838817191}"/>
              </a:ext>
            </a:extLst>
          </p:cNvPr>
          <p:cNvSpPr>
            <a:spLocks xmlns:a="http://schemas.openxmlformats.org/drawingml/2006/main" noGrp="1"/>
          </p:cNvSpPr>
          <p:nvPr/>
        </p:nvSpPr>
        <p:spPr>
          <a:xfrm xmlns:a="http://schemas.openxmlformats.org/drawingml/2006/main">
            <a:off x="0" y="685800"/>
            <a:ext cx="12192000" cy="2000250"/>
          </a:xfrm>
          <a:prstGeom xmlns:a="http://schemas.openxmlformats.org/drawingml/2006/main" prst="rect">
            <a:avLst/>
          </a:prstGeom>
          <a:solidFill xmlns:a="http://schemas.openxmlformats.org/drawingml/2006/main">
            <a:srgbClr val="EAB308"/>
          </a:solidFill>
          <a:ln xmlns:a="http://schemas.openxmlformats.org/drawingml/2006/main" w="0">
            <a:solidFill>
              <a:srgbClr val="0B0B0B"/>
            </a:solidFill>
            <a:prstDash val="solid"/>
          </a:ln>
        </p:spPr>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d54bbef98dab4adc"/>
          <a:stretch xmlns:a="http://schemas.openxmlformats.org/drawingml/2006/main"/>
        </p:blipFill>
        <p:spPr>
          <a:xfrm xmlns:a="http://schemas.openxmlformats.org/drawingml/2006/main">
            <a:off x="9010650" y="838200"/>
            <a:ext cx="1619250" cy="16192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BE474D0-5DDB-4CCF-8D76-9CCD3F2220F3}"/>
              </a:ext>
            </a:extLst>
          </p:cNvPr>
          <p:cNvSpPr>
            <a:spLocks xmlns:a="http://schemas.openxmlformats.org/drawingml/2006/main" noGrp="1"/>
          </p:cNvSpPr>
          <p:nvPr/>
        </p:nvSpPr>
        <p:spPr>
          <a:xfrm xmlns:a="http://schemas.openxmlformats.org/drawingml/2006/main">
            <a:off x="666750" y="781050"/>
            <a:ext cx="72390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94000"/>
              </a:lnSpc>
              <a:buNone/>
              <a:defRPr sz="3600" b="1">
                <a:solidFill>
                  <a:srgbClr val="0B0B0B"/>
                </a:solidFill>
                <a:latin typeface="Noto Sans Khmer"/>
                <a:ea typeface="Noto Sans Khmer"/>
                <a:cs typeface="Noto Sans Khmer"/>
              </a:defRPr>
            </a:pPr>
            <a:r>
              <a:rPr sz="3600" b="1">
                <a:solidFill>
                  <a:srgbClr val="0B0B0B"/>
                </a:solidFill>
                <a:latin typeface="Noto Sans Khmer"/>
                <a:ea typeface="Noto Sans Khmer"/>
                <a:cs typeface="Noto Sans Khmer"/>
              </a:rPr>
              <a:t>យុទ្ធសាស្ត្រ</a:t>
            </a:r>
          </a:p>
          <a:p xmlns:a="http://schemas.openxmlformats.org/drawingml/2006/main">
            <a:pPr algn="l">
              <a:lnSpc>
                <a:spcPct val="94000"/>
              </a:lnSpc>
              <a:buNone/>
              <a:defRPr sz="3600" b="1">
                <a:solidFill>
                  <a:srgbClr val="0B0B0B"/>
                </a:solidFill>
                <a:latin typeface="Noto Sans Khmer"/>
                <a:ea typeface="Noto Sans Khmer"/>
                <a:cs typeface="Noto Sans Khmer"/>
              </a:defRPr>
            </a:pPr>
            <a:r>
              <a:rPr sz="3600" b="1">
                <a:solidFill>
                  <a:srgbClr val="0B0B0B"/>
                </a:solidFill>
                <a:latin typeface="Noto Sans Khmer"/>
                <a:ea typeface="Noto Sans Khmer"/>
                <a:cs typeface="Noto Sans Khmer"/>
              </a:rPr>
              <a:t>ទាក់ទាញអ្នកប្រើប្រាស់</a:t>
            </a:r>
          </a:p>
        </p:txBody>
      </p:sp>
      <p:sp>
        <p:nvSpPr>
          <p:cNvPr id="8" name="">
            <a:extLst xmlns:a="http://schemas.openxmlformats.org/drawingml/2006/main">
              <a:ext uri="{FF2B5EF4-FFF2-40B4-BE49-F238E27FC236}">
                <a16:creationId xmlns:a16="http://schemas.microsoft.com/office/drawing/2014/main" id="{85C7255D-65C1-457F-A46D-1082A87FBB4C}"/>
              </a:ext>
            </a:extLst>
          </p:cNvPr>
          <p:cNvSpPr>
            <a:spLocks xmlns:a="http://schemas.openxmlformats.org/drawingml/2006/main" noGrp="1"/>
          </p:cNvSpPr>
          <p:nvPr/>
        </p:nvSpPr>
        <p:spPr>
          <a:xfrm xmlns:a="http://schemas.openxmlformats.org/drawingml/2006/main">
            <a:off x="723900" y="2038350"/>
            <a:ext cx="657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5000"/>
              </a:lnSpc>
              <a:buNone/>
              <a:defRPr sz="2325" b="1">
                <a:solidFill>
                  <a:srgbClr val="0B0B0B"/>
                </a:solidFill>
                <a:latin typeface="Noto Sans Khmer"/>
                <a:ea typeface="Noto Sans Khmer"/>
                <a:cs typeface="Noto Sans Khmer"/>
              </a:defRPr>
            </a:pPr>
            <a:r>
              <a:rPr sz="2325" b="1">
                <a:solidFill>
                  <a:srgbClr val="0B0B0B"/>
                </a:solidFill>
                <a:latin typeface="Noto Sans Khmer"/>
                <a:ea typeface="Noto Sans Khmer"/>
                <a:cs typeface="Noto Sans Khmer"/>
              </a:rPr>
              <a:t>User Adoption Plan Study</a:t>
            </a:r>
          </a:p>
        </p:txBody>
      </p:sp>
      <p:sp>
        <p:nvSpPr>
          <p:cNvPr id="9" name="">
            <a:extLst xmlns:a="http://schemas.openxmlformats.org/drawingml/2006/main">
              <a:ext uri="{FF2B5EF4-FFF2-40B4-BE49-F238E27FC236}">
                <a16:creationId xmlns:a16="http://schemas.microsoft.com/office/drawing/2014/main" id="{F81C95C8-289A-47F7-8A91-12142BFF4B94}"/>
              </a:ext>
            </a:extLst>
          </p:cNvPr>
          <p:cNvSpPr>
            <a:spLocks xmlns:a="http://schemas.openxmlformats.org/drawingml/2006/main" noGrp="1"/>
          </p:cNvSpPr>
          <p:nvPr/>
        </p:nvSpPr>
        <p:spPr>
          <a:xfrm xmlns:a="http://schemas.openxmlformats.org/drawingml/2006/main">
            <a:off x="762000" y="3371850"/>
            <a:ext cx="3143250" cy="18097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10" name="">
            <a:extLst xmlns:a="http://schemas.openxmlformats.org/drawingml/2006/main">
              <a:ext uri="{FF2B5EF4-FFF2-40B4-BE49-F238E27FC236}">
                <a16:creationId xmlns:a16="http://schemas.microsoft.com/office/drawing/2014/main" id="{1BEC2AD5-E44B-4B49-AC8D-8838BAC35ECD}"/>
              </a:ext>
            </a:extLst>
          </p:cNvPr>
          <p:cNvSpPr>
            <a:spLocks xmlns:a="http://schemas.openxmlformats.org/drawingml/2006/main" noGrp="1"/>
          </p:cNvSpPr>
          <p:nvPr/>
        </p:nvSpPr>
        <p:spPr>
          <a:xfrm xmlns:a="http://schemas.openxmlformats.org/drawingml/2006/main">
            <a:off x="685800" y="3295650"/>
            <a:ext cx="3143250" cy="180975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11" name="">
            <a:extLst xmlns:a="http://schemas.openxmlformats.org/drawingml/2006/main">
              <a:ext uri="{FF2B5EF4-FFF2-40B4-BE49-F238E27FC236}">
                <a16:creationId xmlns:a16="http://schemas.microsoft.com/office/drawing/2014/main" id="{27A332DB-9F25-4093-9DA0-A9301435A354}"/>
              </a:ext>
            </a:extLst>
          </p:cNvPr>
          <p:cNvSpPr>
            <a:spLocks xmlns:a="http://schemas.openxmlformats.org/drawingml/2006/main" noGrp="1"/>
          </p:cNvSpPr>
          <p:nvPr/>
        </p:nvSpPr>
        <p:spPr>
          <a:xfrm xmlns:a="http://schemas.openxmlformats.org/drawingml/2006/main">
            <a:off x="685800" y="3295650"/>
            <a:ext cx="3143250" cy="323850"/>
          </a:xfrm>
          <a:prstGeom xmlns:a="http://schemas.openxmlformats.org/drawingml/2006/main" prst="rect">
            <a:avLst/>
          </a:prstGeom>
          <a:solidFill xmlns:a="http://schemas.openxmlformats.org/drawingml/2006/main">
            <a:srgbClr val="2563EB"/>
          </a:solidFill>
          <a:ln xmlns:a="http://schemas.openxmlformats.org/drawingml/2006/main" w="0">
            <a:solidFill>
              <a:srgbClr val="0B0B0B"/>
            </a:solidFill>
            <a:prstDash val="solid"/>
          </a:ln>
        </p:spPr>
      </p:sp>
      <p:sp>
        <p:nvSpPr>
          <p:cNvPr id="12" name="">
            <a:extLst xmlns:a="http://schemas.openxmlformats.org/drawingml/2006/main">
              <a:ext uri="{FF2B5EF4-FFF2-40B4-BE49-F238E27FC236}">
                <a16:creationId xmlns:a16="http://schemas.microsoft.com/office/drawing/2014/main" id="{CAD6D635-897C-4659-8F5A-7F26C13C0B84}"/>
              </a:ext>
            </a:extLst>
          </p:cNvPr>
          <p:cNvSpPr>
            <a:spLocks xmlns:a="http://schemas.openxmlformats.org/drawingml/2006/main" noGrp="1"/>
          </p:cNvSpPr>
          <p:nvPr/>
        </p:nvSpPr>
        <p:spPr>
          <a:xfrm xmlns:a="http://schemas.openxmlformats.org/drawingml/2006/main">
            <a:off x="819150" y="3352800"/>
            <a:ext cx="2876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lnSpc>
                <a:spcPct val="105000"/>
              </a:lnSpc>
              <a:buNone/>
              <a:defRPr sz="975" b="1">
                <a:solidFill>
                  <a:srgbClr val="0B0B0B"/>
                </a:solidFill>
                <a:latin typeface="Noto Sans Khmer"/>
                <a:ea typeface="Noto Sans Khmer"/>
                <a:cs typeface="Noto Sans Khmer"/>
              </a:defRPr>
            </a:pPr>
            <a:r>
              <a:rPr sz="975" b="1">
                <a:solidFill>
                  <a:srgbClr val="0B0B0B"/>
                </a:solidFill>
                <a:latin typeface="Noto Sans Khmer"/>
                <a:ea typeface="Noto Sans Khmer"/>
                <a:cs typeface="Noto Sans Khmer"/>
              </a:rPr>
              <a:t>PURPOSE</a:t>
            </a:r>
          </a:p>
        </p:txBody>
      </p:sp>
      <p:sp>
        <p:nvSpPr>
          <p:cNvPr id="13" name="">
            <a:extLst xmlns:a="http://schemas.openxmlformats.org/drawingml/2006/main">
              <a:ext uri="{FF2B5EF4-FFF2-40B4-BE49-F238E27FC236}">
                <a16:creationId xmlns:a16="http://schemas.microsoft.com/office/drawing/2014/main" id="{F62B1ECE-51BC-4295-9FA1-AEA92EF37DA0}"/>
              </a:ext>
            </a:extLst>
          </p:cNvPr>
          <p:cNvSpPr>
            <a:spLocks xmlns:a="http://schemas.openxmlformats.org/drawingml/2006/main" noGrp="1"/>
          </p:cNvSpPr>
          <p:nvPr/>
        </p:nvSpPr>
        <p:spPr>
          <a:xfrm xmlns:a="http://schemas.openxmlformats.org/drawingml/2006/main">
            <a:off x="857250" y="3790950"/>
            <a:ext cx="28003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0000"/>
              </a:lnSpc>
              <a:buNone/>
              <a:defRPr sz="1800" b="1">
                <a:solidFill>
                  <a:srgbClr val="0B0B0B"/>
                </a:solidFill>
                <a:latin typeface="Noto Sans Khmer"/>
                <a:ea typeface="Noto Sans Khmer"/>
                <a:cs typeface="Noto Sans Khmer"/>
              </a:defRPr>
            </a:pPr>
            <a:r>
              <a:rPr sz="1800" b="1">
                <a:solidFill>
                  <a:srgbClr val="0B0B0B"/>
                </a:solidFill>
                <a:latin typeface="Noto Sans Khmer"/>
                <a:ea typeface="Noto Sans Khmer"/>
                <a:cs typeface="Noto Sans Khmer"/>
              </a:rPr>
              <a:t>Explain the plan</a:t>
            </a:r>
          </a:p>
        </p:txBody>
      </p:sp>
      <p:sp>
        <p:nvSpPr>
          <p:cNvPr id="14" name="">
            <a:extLst xmlns:a="http://schemas.openxmlformats.org/drawingml/2006/main">
              <a:ext uri="{FF2B5EF4-FFF2-40B4-BE49-F238E27FC236}">
                <a16:creationId xmlns:a16="http://schemas.microsoft.com/office/drawing/2014/main" id="{F9FB2BED-6A78-4F43-AC8E-DD95B3CFED3E}"/>
              </a:ext>
            </a:extLst>
          </p:cNvPr>
          <p:cNvSpPr>
            <a:spLocks xmlns:a="http://schemas.openxmlformats.org/drawingml/2006/main" noGrp="1"/>
          </p:cNvSpPr>
          <p:nvPr/>
        </p:nvSpPr>
        <p:spPr>
          <a:xfrm xmlns:a="http://schemas.openxmlformats.org/drawingml/2006/main">
            <a:off x="857250" y="4610100"/>
            <a:ext cx="2800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65651"/>
          </a:bodyPr>
          <a:lstStyle xmlns:a="http://schemas.openxmlformats.org/drawingml/2006/main"/>
          <a:p xmlns:a="http://schemas.openxmlformats.org/drawingml/2006/main">
            <a:pPr algn="l">
              <a:lnSpc>
                <a:spcPct val="112000"/>
              </a:lnSpc>
              <a:buNone/>
              <a:defRPr sz="1275" b="0">
                <a:solidFill>
                  <a:srgbClr val="303030"/>
                </a:solidFill>
                <a:latin typeface="Noto Sans Khmer"/>
                <a:ea typeface="Noto Sans Khmer"/>
                <a:cs typeface="Noto Sans Khmer"/>
              </a:defRPr>
            </a:pPr>
            <a:r>
              <a:rPr sz="1275" b="0">
                <a:solidFill>
                  <a:srgbClr val="303030"/>
                </a:solidFill>
                <a:latin typeface="Noto Sans Khmer"/>
                <a:ea typeface="Noto Sans Khmer"/>
                <a:cs typeface="Noto Sans Khmer"/>
              </a:rPr>
              <a:t>Use this deck to align the team on users, growth, revenue, risks, and judge Q&amp;A.</a:t>
            </a:r>
          </a:p>
        </p:txBody>
      </p:sp>
      <p:sp>
        <p:nvSpPr>
          <p:cNvPr id="15" name="">
            <a:extLst xmlns:a="http://schemas.openxmlformats.org/drawingml/2006/main">
              <a:ext uri="{FF2B5EF4-FFF2-40B4-BE49-F238E27FC236}">
                <a16:creationId xmlns:a16="http://schemas.microsoft.com/office/drawing/2014/main" id="{F31A6EC3-C4D3-41A2-AE38-352E20ABFA23}"/>
              </a:ext>
            </a:extLst>
          </p:cNvPr>
          <p:cNvSpPr>
            <a:spLocks xmlns:a="http://schemas.openxmlformats.org/drawingml/2006/main" noGrp="1"/>
          </p:cNvSpPr>
          <p:nvPr/>
        </p:nvSpPr>
        <p:spPr>
          <a:xfrm xmlns:a="http://schemas.openxmlformats.org/drawingml/2006/main">
            <a:off x="4591050" y="3371850"/>
            <a:ext cx="3143250" cy="18097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16" name="">
            <a:extLst xmlns:a="http://schemas.openxmlformats.org/drawingml/2006/main">
              <a:ext uri="{FF2B5EF4-FFF2-40B4-BE49-F238E27FC236}">
                <a16:creationId xmlns:a16="http://schemas.microsoft.com/office/drawing/2014/main" id="{F28D847A-3513-4021-BEA8-7A077AEA7668}"/>
              </a:ext>
            </a:extLst>
          </p:cNvPr>
          <p:cNvSpPr>
            <a:spLocks xmlns:a="http://schemas.openxmlformats.org/drawingml/2006/main" noGrp="1"/>
          </p:cNvSpPr>
          <p:nvPr/>
        </p:nvSpPr>
        <p:spPr>
          <a:xfrm xmlns:a="http://schemas.openxmlformats.org/drawingml/2006/main">
            <a:off x="4514850" y="3295650"/>
            <a:ext cx="3143250" cy="180975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17" name="">
            <a:extLst xmlns:a="http://schemas.openxmlformats.org/drawingml/2006/main">
              <a:ext uri="{FF2B5EF4-FFF2-40B4-BE49-F238E27FC236}">
                <a16:creationId xmlns:a16="http://schemas.microsoft.com/office/drawing/2014/main" id="{98D53E59-587D-40B8-AC26-9ED23760EBD3}"/>
              </a:ext>
            </a:extLst>
          </p:cNvPr>
          <p:cNvSpPr>
            <a:spLocks xmlns:a="http://schemas.openxmlformats.org/drawingml/2006/main" noGrp="1"/>
          </p:cNvSpPr>
          <p:nvPr/>
        </p:nvSpPr>
        <p:spPr>
          <a:xfrm xmlns:a="http://schemas.openxmlformats.org/drawingml/2006/main">
            <a:off x="4514850" y="3295650"/>
            <a:ext cx="3143250" cy="323850"/>
          </a:xfrm>
          <a:prstGeom xmlns:a="http://schemas.openxmlformats.org/drawingml/2006/main" prst="rect">
            <a:avLst/>
          </a:prstGeom>
          <a:solidFill xmlns:a="http://schemas.openxmlformats.org/drawingml/2006/main">
            <a:srgbClr val="16A34A"/>
          </a:solidFill>
          <a:ln xmlns:a="http://schemas.openxmlformats.org/drawingml/2006/main" w="0">
            <a:solidFill>
              <a:srgbClr val="0B0B0B"/>
            </a:solidFill>
            <a:prstDash val="solid"/>
          </a:ln>
        </p:spPr>
      </p:sp>
      <p:sp>
        <p:nvSpPr>
          <p:cNvPr id="18" name="">
            <a:extLst xmlns:a="http://schemas.openxmlformats.org/drawingml/2006/main">
              <a:ext uri="{FF2B5EF4-FFF2-40B4-BE49-F238E27FC236}">
                <a16:creationId xmlns:a16="http://schemas.microsoft.com/office/drawing/2014/main" id="{91621E53-F569-4EEE-8276-D9EF99C57682}"/>
              </a:ext>
            </a:extLst>
          </p:cNvPr>
          <p:cNvSpPr>
            <a:spLocks xmlns:a="http://schemas.openxmlformats.org/drawingml/2006/main" noGrp="1"/>
          </p:cNvSpPr>
          <p:nvPr/>
        </p:nvSpPr>
        <p:spPr>
          <a:xfrm xmlns:a="http://schemas.openxmlformats.org/drawingml/2006/main">
            <a:off x="4648200" y="3352800"/>
            <a:ext cx="2876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lnSpc>
                <a:spcPct val="105000"/>
              </a:lnSpc>
              <a:buNone/>
              <a:defRPr sz="975" b="1">
                <a:solidFill>
                  <a:srgbClr val="0B0B0B"/>
                </a:solidFill>
                <a:latin typeface="Noto Sans Khmer"/>
                <a:ea typeface="Noto Sans Khmer"/>
                <a:cs typeface="Noto Sans Khmer"/>
              </a:defRPr>
            </a:pPr>
            <a:r>
              <a:rPr sz="975" b="1">
                <a:solidFill>
                  <a:srgbClr val="0B0B0B"/>
                </a:solidFill>
                <a:latin typeface="Noto Sans Khmer"/>
                <a:ea typeface="Noto Sans Khmer"/>
                <a:cs typeface="Noto Sans Khmer"/>
              </a:rPr>
              <a:t>PROJECT</a:t>
            </a:r>
          </a:p>
        </p:txBody>
      </p:sp>
      <p:sp>
        <p:nvSpPr>
          <p:cNvPr id="19" name="">
            <a:extLst xmlns:a="http://schemas.openxmlformats.org/drawingml/2006/main">
              <a:ext uri="{FF2B5EF4-FFF2-40B4-BE49-F238E27FC236}">
                <a16:creationId xmlns:a16="http://schemas.microsoft.com/office/drawing/2014/main" id="{8143128A-A835-4A66-88DC-EC83E7B5BABB}"/>
              </a:ext>
            </a:extLst>
          </p:cNvPr>
          <p:cNvSpPr>
            <a:spLocks xmlns:a="http://schemas.openxmlformats.org/drawingml/2006/main" noGrp="1"/>
          </p:cNvSpPr>
          <p:nvPr/>
        </p:nvSpPr>
        <p:spPr>
          <a:xfrm xmlns:a="http://schemas.openxmlformats.org/drawingml/2006/main">
            <a:off x="4686300" y="3790950"/>
            <a:ext cx="28003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0000"/>
              </a:lnSpc>
              <a:buNone/>
              <a:defRPr sz="1800" b="1">
                <a:solidFill>
                  <a:srgbClr val="0B0B0B"/>
                </a:solidFill>
                <a:latin typeface="Noto Sans Khmer"/>
                <a:ea typeface="Noto Sans Khmer"/>
                <a:cs typeface="Noto Sans Khmer"/>
              </a:defRPr>
            </a:pPr>
            <a:r>
              <a:rPr sz="1800" b="1">
                <a:solidFill>
                  <a:srgbClr val="0B0B0B"/>
                </a:solidFill>
                <a:latin typeface="Noto Sans Khmer"/>
                <a:ea typeface="Noto Sans Khmer"/>
                <a:cs typeface="Noto Sans Khmer"/>
              </a:rPr>
              <a:t>The Way of Safety</a:t>
            </a:r>
          </a:p>
        </p:txBody>
      </p:sp>
      <p:sp>
        <p:nvSpPr>
          <p:cNvPr id="20" name="">
            <a:extLst xmlns:a="http://schemas.openxmlformats.org/drawingml/2006/main">
              <a:ext uri="{FF2B5EF4-FFF2-40B4-BE49-F238E27FC236}">
                <a16:creationId xmlns:a16="http://schemas.microsoft.com/office/drawing/2014/main" id="{5CA00254-F823-4954-8618-356728BF43EA}"/>
              </a:ext>
            </a:extLst>
          </p:cNvPr>
          <p:cNvSpPr>
            <a:spLocks xmlns:a="http://schemas.openxmlformats.org/drawingml/2006/main" noGrp="1"/>
          </p:cNvSpPr>
          <p:nvPr/>
        </p:nvSpPr>
        <p:spPr>
          <a:xfrm xmlns:a="http://schemas.openxmlformats.org/drawingml/2006/main">
            <a:off x="4686300" y="4610100"/>
            <a:ext cx="2800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65651"/>
          </a:bodyPr>
          <a:lstStyle xmlns:a="http://schemas.openxmlformats.org/drawingml/2006/main"/>
          <a:p xmlns:a="http://schemas.openxmlformats.org/drawingml/2006/main">
            <a:pPr algn="l">
              <a:lnSpc>
                <a:spcPct val="112000"/>
              </a:lnSpc>
              <a:buNone/>
              <a:defRPr sz="1275" b="0">
                <a:solidFill>
                  <a:srgbClr val="303030"/>
                </a:solidFill>
                <a:latin typeface="Noto Sans Khmer"/>
                <a:ea typeface="Noto Sans Khmer"/>
                <a:cs typeface="Noto Sans Khmer"/>
              </a:defRPr>
            </a:pPr>
            <a:r>
              <a:rPr sz="1275" b="0">
                <a:solidFill>
                  <a:srgbClr val="303030"/>
                </a:solidFill>
                <a:latin typeface="Noto Sans Khmer"/>
                <a:ea typeface="Noto Sans Khmer"/>
                <a:cs typeface="Noto Sans Khmer"/>
              </a:rPr>
              <a:t>A Khmer-English digital road-safety learning platform by Kesararam With Digital.</a:t>
            </a:r>
          </a:p>
        </p:txBody>
      </p:sp>
      <p:sp>
        <p:nvSpPr>
          <p:cNvPr id="21" name="">
            <a:extLst xmlns:a="http://schemas.openxmlformats.org/drawingml/2006/main">
              <a:ext uri="{FF2B5EF4-FFF2-40B4-BE49-F238E27FC236}">
                <a16:creationId xmlns:a16="http://schemas.microsoft.com/office/drawing/2014/main" id="{9963D969-15BE-40DE-BF97-916A0D05F7BF}"/>
              </a:ext>
            </a:extLst>
          </p:cNvPr>
          <p:cNvSpPr>
            <a:spLocks xmlns:a="http://schemas.openxmlformats.org/drawingml/2006/main" noGrp="1"/>
          </p:cNvSpPr>
          <p:nvPr/>
        </p:nvSpPr>
        <p:spPr>
          <a:xfrm xmlns:a="http://schemas.openxmlformats.org/drawingml/2006/main">
            <a:off x="8420100" y="3371850"/>
            <a:ext cx="3143250" cy="18097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22" name="">
            <a:extLst xmlns:a="http://schemas.openxmlformats.org/drawingml/2006/main">
              <a:ext uri="{FF2B5EF4-FFF2-40B4-BE49-F238E27FC236}">
                <a16:creationId xmlns:a16="http://schemas.microsoft.com/office/drawing/2014/main" id="{ABABE61E-6E31-48EF-8AEC-5051453A9F13}"/>
              </a:ext>
            </a:extLst>
          </p:cNvPr>
          <p:cNvSpPr>
            <a:spLocks xmlns:a="http://schemas.openxmlformats.org/drawingml/2006/main" noGrp="1"/>
          </p:cNvSpPr>
          <p:nvPr/>
        </p:nvSpPr>
        <p:spPr>
          <a:xfrm xmlns:a="http://schemas.openxmlformats.org/drawingml/2006/main">
            <a:off x="8343900" y="3295650"/>
            <a:ext cx="3143250" cy="180975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23" name="">
            <a:extLst xmlns:a="http://schemas.openxmlformats.org/drawingml/2006/main">
              <a:ext uri="{FF2B5EF4-FFF2-40B4-BE49-F238E27FC236}">
                <a16:creationId xmlns:a16="http://schemas.microsoft.com/office/drawing/2014/main" id="{C08E0F27-2254-4528-BDE6-245CCD8A1B33}"/>
              </a:ext>
            </a:extLst>
          </p:cNvPr>
          <p:cNvSpPr>
            <a:spLocks xmlns:a="http://schemas.openxmlformats.org/drawingml/2006/main" noGrp="1"/>
          </p:cNvSpPr>
          <p:nvPr/>
        </p:nvSpPr>
        <p:spPr>
          <a:xfrm xmlns:a="http://schemas.openxmlformats.org/drawingml/2006/main">
            <a:off x="8343900" y="3295650"/>
            <a:ext cx="3143250" cy="323850"/>
          </a:xfrm>
          <a:prstGeom xmlns:a="http://schemas.openxmlformats.org/drawingml/2006/main" prst="rect">
            <a:avLst/>
          </a:prstGeom>
          <a:solidFill xmlns:a="http://schemas.openxmlformats.org/drawingml/2006/main">
            <a:srgbClr val="F97316"/>
          </a:solidFill>
          <a:ln xmlns:a="http://schemas.openxmlformats.org/drawingml/2006/main" w="0">
            <a:solidFill>
              <a:srgbClr val="0B0B0B"/>
            </a:solidFill>
            <a:prstDash val="solid"/>
          </a:ln>
        </p:spPr>
      </p:sp>
      <p:sp>
        <p:nvSpPr>
          <p:cNvPr id="24" name="">
            <a:extLst xmlns:a="http://schemas.openxmlformats.org/drawingml/2006/main">
              <a:ext uri="{FF2B5EF4-FFF2-40B4-BE49-F238E27FC236}">
                <a16:creationId xmlns:a16="http://schemas.microsoft.com/office/drawing/2014/main" id="{EA899A7C-0DE2-479F-9087-442A4C125A46}"/>
              </a:ext>
            </a:extLst>
          </p:cNvPr>
          <p:cNvSpPr>
            <a:spLocks xmlns:a="http://schemas.openxmlformats.org/drawingml/2006/main" noGrp="1"/>
          </p:cNvSpPr>
          <p:nvPr/>
        </p:nvSpPr>
        <p:spPr>
          <a:xfrm xmlns:a="http://schemas.openxmlformats.org/drawingml/2006/main">
            <a:off x="8477250" y="3352800"/>
            <a:ext cx="2876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lnSpc>
                <a:spcPct val="105000"/>
              </a:lnSpc>
              <a:buNone/>
              <a:defRPr sz="975" b="1">
                <a:solidFill>
                  <a:srgbClr val="0B0B0B"/>
                </a:solidFill>
                <a:latin typeface="Noto Sans Khmer"/>
                <a:ea typeface="Noto Sans Khmer"/>
                <a:cs typeface="Noto Sans Khmer"/>
              </a:defRPr>
            </a:pPr>
            <a:r>
              <a:rPr sz="975" b="1">
                <a:solidFill>
                  <a:srgbClr val="0B0B0B"/>
                </a:solidFill>
                <a:latin typeface="Noto Sans Khmer"/>
                <a:ea typeface="Noto Sans Khmer"/>
                <a:cs typeface="Noto Sans Khmer"/>
              </a:rPr>
              <a:t>CONTEXT</a:t>
            </a:r>
          </a:p>
        </p:txBody>
      </p:sp>
      <p:sp>
        <p:nvSpPr>
          <p:cNvPr id="25" name="">
            <a:extLst xmlns:a="http://schemas.openxmlformats.org/drawingml/2006/main">
              <a:ext uri="{FF2B5EF4-FFF2-40B4-BE49-F238E27FC236}">
                <a16:creationId xmlns:a16="http://schemas.microsoft.com/office/drawing/2014/main" id="{355BDF67-E714-49E1-AAC6-5A4E0C0EED91}"/>
              </a:ext>
            </a:extLst>
          </p:cNvPr>
          <p:cNvSpPr>
            <a:spLocks xmlns:a="http://schemas.openxmlformats.org/drawingml/2006/main" noGrp="1"/>
          </p:cNvSpPr>
          <p:nvPr/>
        </p:nvSpPr>
        <p:spPr>
          <a:xfrm xmlns:a="http://schemas.openxmlformats.org/drawingml/2006/main">
            <a:off x="8515350" y="3790950"/>
            <a:ext cx="28003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0000"/>
              </a:lnSpc>
              <a:buNone/>
              <a:defRPr sz="1800" b="1">
                <a:solidFill>
                  <a:srgbClr val="0B0B0B"/>
                </a:solidFill>
                <a:latin typeface="Noto Sans Khmer"/>
                <a:ea typeface="Noto Sans Khmer"/>
                <a:cs typeface="Noto Sans Khmer"/>
              </a:defRPr>
            </a:pPr>
            <a:r>
              <a:rPr sz="1800" b="1">
                <a:solidFill>
                  <a:srgbClr val="0B0B0B"/>
                </a:solidFill>
                <a:latin typeface="Noto Sans Khmer"/>
                <a:ea typeface="Noto Sans Khmer"/>
                <a:cs typeface="Noto Sans Khmer"/>
              </a:rPr>
              <a:t>Technovation 2026</a:t>
            </a:r>
          </a:p>
        </p:txBody>
      </p:sp>
      <p:sp>
        <p:nvSpPr>
          <p:cNvPr id="26" name="">
            <a:extLst xmlns:a="http://schemas.openxmlformats.org/drawingml/2006/main">
              <a:ext uri="{FF2B5EF4-FFF2-40B4-BE49-F238E27FC236}">
                <a16:creationId xmlns:a16="http://schemas.microsoft.com/office/drawing/2014/main" id="{C0F281B3-5916-49C0-83E8-6AC62BE966A6}"/>
              </a:ext>
            </a:extLst>
          </p:cNvPr>
          <p:cNvSpPr>
            <a:spLocks xmlns:a="http://schemas.openxmlformats.org/drawingml/2006/main" noGrp="1"/>
          </p:cNvSpPr>
          <p:nvPr/>
        </p:nvSpPr>
        <p:spPr>
          <a:xfrm xmlns:a="http://schemas.openxmlformats.org/drawingml/2006/main">
            <a:off x="8515350" y="4610100"/>
            <a:ext cx="2800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65651"/>
          </a:bodyPr>
          <a:lstStyle xmlns:a="http://schemas.openxmlformats.org/drawingml/2006/main"/>
          <a:p xmlns:a="http://schemas.openxmlformats.org/drawingml/2006/main">
            <a:pPr algn="l">
              <a:lnSpc>
                <a:spcPct val="112000"/>
              </a:lnSpc>
              <a:buNone/>
              <a:defRPr sz="1275" b="0">
                <a:solidFill>
                  <a:srgbClr val="303030"/>
                </a:solidFill>
                <a:latin typeface="Noto Sans Khmer"/>
                <a:ea typeface="Noto Sans Khmer"/>
                <a:cs typeface="Noto Sans Khmer"/>
              </a:defRPr>
            </a:pPr>
            <a:r>
              <a:rPr sz="1275" b="0">
                <a:solidFill>
                  <a:srgbClr val="303030"/>
                </a:solidFill>
                <a:latin typeface="Noto Sans Khmer"/>
                <a:ea typeface="Noto Sans Khmer"/>
                <a:cs typeface="Noto Sans Khmer"/>
              </a:rPr>
              <a:t>Team #50777, Siem Reap, Cambodia. Source document KWD-UAP-2026 v1.</a:t>
            </a:r>
          </a:p>
        </p:txBody>
      </p:sp>
    </p:spTree>
    <p:extLst>
      <p:ext uri="{BB962C8B-B14F-4D97-AF65-F5344CB8AC3E}">
        <p14:creationId xmlns:p14="http://schemas.microsoft.com/office/powerpoint/2010/main" val="2020629771"/>
      </p:ext>
    </p:extLst>
  </p:cSld>
</p:sld>
</file>

<file path=ppt/slides/slide2.xml><?xml version="1.0" encoding="utf-8"?>
<p:sld xmlns:p="http://schemas.openxmlformats.org/presentationml/2006/main">
  <p:cSld>
    <p:bg>
      <p:bgPr>
        <a:solidFill xmlns:a="http://schemas.openxmlformats.org/drawingml/2006/main">
          <a:srgbClr val="FFF8D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A1A7BA9-A09A-4EF5-A9F4-FB685725E5F4}"/>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EAB308"/>
          </a:solidFill>
          <a:ln xmlns:a="http://schemas.openxmlformats.org/drawingml/2006/main" w="0">
            <a:solidFill>
              <a:srgbClr val="0B0B0B"/>
            </a:solidFill>
            <a:prstDash val="solid"/>
          </a:ln>
        </p:spPr>
      </p:sp>
      <p:sp>
        <p:nvSpPr>
          <p:cNvPr id="2" name="">
            <a:extLst xmlns:a="http://schemas.openxmlformats.org/drawingml/2006/main">
              <a:ext uri="{FF2B5EF4-FFF2-40B4-BE49-F238E27FC236}">
                <a16:creationId xmlns:a16="http://schemas.microsoft.com/office/drawing/2014/main" id="{7F85777C-A54F-4D4F-B4A5-1515EBB9D652}"/>
              </a:ext>
            </a:extLst>
          </p:cNvPr>
          <p:cNvSpPr>
            <a:spLocks xmlns:a="http://schemas.openxmlformats.org/drawingml/2006/main" noGrp="1"/>
          </p:cNvSpPr>
          <p:nvPr/>
        </p:nvSpPr>
        <p:spPr>
          <a:xfrm xmlns:a="http://schemas.openxmlformats.org/drawingml/2006/main">
            <a:off x="0" y="6686550"/>
            <a:ext cx="12192000" cy="1714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3" name="">
            <a:extLst xmlns:a="http://schemas.openxmlformats.org/drawingml/2006/main">
              <a:ext uri="{FF2B5EF4-FFF2-40B4-BE49-F238E27FC236}">
                <a16:creationId xmlns:a16="http://schemas.microsoft.com/office/drawing/2014/main" id="{E8C27753-40DB-4D5B-B5CD-28A8EB2374D1}"/>
              </a:ext>
            </a:extLst>
          </p:cNvPr>
          <p:cNvSpPr>
            <a:spLocks xmlns:a="http://schemas.openxmlformats.org/drawingml/2006/main" noGrp="1"/>
          </p:cNvSpPr>
          <p:nvPr/>
        </p:nvSpPr>
        <p:spPr>
          <a:xfrm xmlns:a="http://schemas.openxmlformats.org/drawingml/2006/main">
            <a:off x="514350" y="2857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5000"/>
              </a:lnSpc>
              <a:buNone/>
              <a:defRPr sz="975" b="1">
                <a:solidFill>
                  <a:srgbClr val="0B0B0B"/>
                </a:solidFill>
                <a:latin typeface="Noto Sans Khmer"/>
                <a:ea typeface="Noto Sans Khmer"/>
                <a:cs typeface="Noto Sans Khmer"/>
              </a:defRPr>
            </a:pPr>
            <a:r>
              <a:rPr sz="975" b="1">
                <a:solidFill>
                  <a:srgbClr val="0B0B0B"/>
                </a:solidFill>
                <a:latin typeface="Noto Sans Khmer"/>
                <a:ea typeface="Noto Sans Khmer"/>
                <a:cs typeface="Noto Sans Khmer"/>
              </a:rPr>
              <a:t>KWD USER ADOPTION PLAN</a:t>
            </a:r>
          </a:p>
        </p:txBody>
      </p:sp>
      <p:sp>
        <p:nvSpPr>
          <p:cNvPr id="4" name="">
            <a:extLst xmlns:a="http://schemas.openxmlformats.org/drawingml/2006/main">
              <a:ext uri="{FF2B5EF4-FFF2-40B4-BE49-F238E27FC236}">
                <a16:creationId xmlns:a16="http://schemas.microsoft.com/office/drawing/2014/main" id="{CBF4AAB5-2DCB-4370-BF90-4F143B9117A6}"/>
              </a:ext>
            </a:extLst>
          </p:cNvPr>
          <p:cNvSpPr>
            <a:spLocks xmlns:a="http://schemas.openxmlformats.org/drawingml/2006/main" noGrp="1"/>
          </p:cNvSpPr>
          <p:nvPr/>
        </p:nvSpPr>
        <p:spPr>
          <a:xfrm xmlns:a="http://schemas.openxmlformats.org/drawingml/2006/main">
            <a:off x="11163300" y="266700"/>
            <a:ext cx="514350" cy="323850"/>
          </a:xfrm>
          <a:prstGeom xmlns:a="http://schemas.openxmlformats.org/drawingml/2006/main" prst="rect">
            <a:avLst/>
          </a:prstGeom>
          <a:solidFill xmlns:a="http://schemas.openxmlformats.org/drawingml/2006/main">
            <a:srgbClr val="EAB308"/>
          </a:solidFill>
          <a:ln xmlns:a="http://schemas.openxmlformats.org/drawingml/2006/main" w="28575">
            <a:solidFill>
              <a:srgbClr val="0B0B0B"/>
            </a:solid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lnSpc>
                <a:spcPct val="105000"/>
              </a:lnSpc>
              <a:buNone/>
              <a:defRPr sz="1350" b="1">
                <a:solidFill>
                  <a:srgbClr val="0B0B0B"/>
                </a:solidFill>
                <a:latin typeface="Noto Sans Khmer"/>
                <a:ea typeface="Noto Sans Khmer"/>
                <a:cs typeface="Noto Sans Khmer"/>
              </a:defRPr>
            </a:pPr>
            <a:r>
              <a:rPr sz="1350" b="1">
                <a:solidFill>
                  <a:srgbClr val="0B0B0B"/>
                </a:solidFill>
                <a:latin typeface="Noto Sans Khmer"/>
                <a:ea typeface="Noto Sans Khmer"/>
                <a:cs typeface="Noto Sans Khmer"/>
              </a:rPr>
              <a:t>02</a:t>
            </a:r>
          </a:p>
        </p:txBody>
      </p:sp>
      <p:sp>
        <p:nvSpPr>
          <p:cNvPr id="5" name="">
            <a:extLst xmlns:a="http://schemas.openxmlformats.org/drawingml/2006/main">
              <a:ext uri="{FF2B5EF4-FFF2-40B4-BE49-F238E27FC236}">
                <a16:creationId xmlns:a16="http://schemas.microsoft.com/office/drawing/2014/main" id="{01AEF0D6-ECFA-4340-868A-F0D8C41BFF9D}"/>
              </a:ext>
            </a:extLst>
          </p:cNvPr>
          <p:cNvSpPr>
            <a:spLocks xmlns:a="http://schemas.openxmlformats.org/drawingml/2006/main" noGrp="1"/>
          </p:cNvSpPr>
          <p:nvPr/>
        </p:nvSpPr>
        <p:spPr>
          <a:xfrm xmlns:a="http://schemas.openxmlformats.org/drawingml/2006/main">
            <a:off x="514350" y="609600"/>
            <a:ext cx="8096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98000"/>
              </a:lnSpc>
              <a:buNone/>
              <a:defRPr sz="2850" b="1">
                <a:solidFill>
                  <a:srgbClr val="0B0B0B"/>
                </a:solidFill>
                <a:latin typeface="Noto Sans Khmer"/>
                <a:ea typeface="Noto Sans Khmer"/>
                <a:cs typeface="Noto Sans Khmer"/>
              </a:defRPr>
            </a:pPr>
            <a:r>
              <a:rPr sz="2850" b="1">
                <a:solidFill>
                  <a:srgbClr val="0B0B0B"/>
                </a:solidFill>
                <a:latin typeface="Noto Sans Khmer"/>
                <a:ea typeface="Noto Sans Khmer"/>
                <a:cs typeface="Noto Sans Khmer"/>
              </a:rPr>
              <a:t>រឿងទាំងមូលក្នុងប្រយោគតែមួយ</a:t>
            </a:r>
          </a:p>
        </p:txBody>
      </p:sp>
      <p:sp>
        <p:nvSpPr>
          <p:cNvPr id="6" name="">
            <a:extLst xmlns:a="http://schemas.openxmlformats.org/drawingml/2006/main">
              <a:ext uri="{FF2B5EF4-FFF2-40B4-BE49-F238E27FC236}">
                <a16:creationId xmlns:a16="http://schemas.microsoft.com/office/drawing/2014/main" id="{7760DF3F-1584-45B0-948C-7D28828BDDD6}"/>
              </a:ext>
            </a:extLst>
          </p:cNvPr>
          <p:cNvSpPr>
            <a:spLocks xmlns:a="http://schemas.openxmlformats.org/drawingml/2006/main" noGrp="1"/>
          </p:cNvSpPr>
          <p:nvPr/>
        </p:nvSpPr>
        <p:spPr>
          <a:xfrm xmlns:a="http://schemas.openxmlformats.org/drawingml/2006/main">
            <a:off x="552450" y="1276350"/>
            <a:ext cx="790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90826"/>
          </a:bodyPr>
          <a:lstStyle xmlns:a="http://schemas.openxmlformats.org/drawingml/2006/main"/>
          <a:p xmlns:a="http://schemas.openxmlformats.org/drawingml/2006/main">
            <a:pPr algn="l">
              <a:lnSpc>
                <a:spcPct val="105000"/>
              </a:lnSpc>
              <a:buNone/>
              <a:defRPr sz="1275" b="0">
                <a:solidFill>
                  <a:srgbClr val="383838"/>
                </a:solidFill>
                <a:latin typeface="Noto Sans Khmer"/>
                <a:ea typeface="Noto Sans Khmer"/>
                <a:cs typeface="Noto Sans Khmer"/>
              </a:defRPr>
            </a:pPr>
            <a:r>
              <a:rPr sz="1275" b="0">
                <a:solidFill>
                  <a:srgbClr val="383838"/>
                </a:solidFill>
                <a:latin typeface="Noto Sans Khmer"/>
                <a:ea typeface="Noto Sans Khmer"/>
                <a:cs typeface="Noto Sans Khmer"/>
              </a:rPr>
              <a:t>KWD makes traffic-safety learning useful enough for teachers, fun enough for students, and valuable enough to sustain.</a:t>
            </a:r>
          </a:p>
        </p:txBody>
      </p:sp>
      <p:sp>
        <p:nvSpPr>
          <p:cNvPr id="7" name="">
            <a:extLst xmlns:a="http://schemas.openxmlformats.org/drawingml/2006/main">
              <a:ext uri="{FF2B5EF4-FFF2-40B4-BE49-F238E27FC236}">
                <a16:creationId xmlns:a16="http://schemas.microsoft.com/office/drawing/2014/main" id="{E75A10C7-B106-4B6B-9DC4-51BEA0C748EC}"/>
              </a:ext>
            </a:extLst>
          </p:cNvPr>
          <p:cNvSpPr>
            <a:spLocks xmlns:a="http://schemas.openxmlformats.org/drawingml/2006/main" noGrp="1"/>
          </p:cNvSpPr>
          <p:nvPr/>
        </p:nvSpPr>
        <p:spPr>
          <a:xfrm xmlns:a="http://schemas.openxmlformats.org/drawingml/2006/main">
            <a:off x="933450" y="2000250"/>
            <a:ext cx="10515600" cy="13525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8" name="">
            <a:extLst xmlns:a="http://schemas.openxmlformats.org/drawingml/2006/main">
              <a:ext uri="{FF2B5EF4-FFF2-40B4-BE49-F238E27FC236}">
                <a16:creationId xmlns:a16="http://schemas.microsoft.com/office/drawing/2014/main" id="{160B4003-1808-4147-ABD3-2C40671A6931}"/>
              </a:ext>
            </a:extLst>
          </p:cNvPr>
          <p:cNvSpPr>
            <a:spLocks xmlns:a="http://schemas.openxmlformats.org/drawingml/2006/main" noGrp="1"/>
          </p:cNvSpPr>
          <p:nvPr/>
        </p:nvSpPr>
        <p:spPr>
          <a:xfrm xmlns:a="http://schemas.openxmlformats.org/drawingml/2006/main">
            <a:off x="838200" y="1905000"/>
            <a:ext cx="10515600" cy="1352550"/>
          </a:xfrm>
          <a:prstGeom xmlns:a="http://schemas.openxmlformats.org/drawingml/2006/main" prst="rect">
            <a:avLst/>
          </a:prstGeom>
          <a:solidFill xmlns:a="http://schemas.openxmlformats.org/drawingml/2006/main">
            <a:srgbClr val="EAB308"/>
          </a:solidFill>
          <a:ln xmlns:a="http://schemas.openxmlformats.org/drawingml/2006/main" w="28575">
            <a:solidFill>
              <a:srgbClr val="0B0B0B"/>
            </a:solidFill>
            <a:prstDash val="solid"/>
          </a:ln>
        </p:spPr>
      </p:sp>
      <p:sp>
        <p:nvSpPr>
          <p:cNvPr id="9" name="">
            <a:extLst xmlns:a="http://schemas.openxmlformats.org/drawingml/2006/main">
              <a:ext uri="{FF2B5EF4-FFF2-40B4-BE49-F238E27FC236}">
                <a16:creationId xmlns:a16="http://schemas.microsoft.com/office/drawing/2014/main" id="{538774A6-F8C6-4462-AD07-C0D9CB385989}"/>
              </a:ext>
            </a:extLst>
          </p:cNvPr>
          <p:cNvSpPr>
            <a:spLocks xmlns:a="http://schemas.openxmlformats.org/drawingml/2006/main" noGrp="1"/>
          </p:cNvSpPr>
          <p:nvPr/>
        </p:nvSpPr>
        <p:spPr>
          <a:xfrm xmlns:a="http://schemas.openxmlformats.org/drawingml/2006/main">
            <a:off x="1200150" y="2171700"/>
            <a:ext cx="9810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ctr">
              <a:lnSpc>
                <a:spcPct val="104000"/>
              </a:lnSpc>
              <a:buNone/>
              <a:defRPr sz="2250" b="1">
                <a:solidFill>
                  <a:srgbClr val="0B0B0B"/>
                </a:solidFill>
                <a:latin typeface="Noto Sans Khmer"/>
                <a:ea typeface="Noto Sans Khmer"/>
                <a:cs typeface="Noto Sans Khmer"/>
              </a:defRPr>
            </a:pPr>
            <a:r>
              <a:rPr sz="2250" b="1">
                <a:solidFill>
                  <a:srgbClr val="0B0B0B"/>
                </a:solidFill>
                <a:latin typeface="Noto Sans Khmer"/>
                <a:ea typeface="Noto Sans Khmer"/>
                <a:cs typeface="Noto Sans Khmer"/>
              </a:rPr>
              <a:t>គ្រូនាំសិស្សចូលថ្នាក់, សិស្សរៀនតាមហ្គេម, ពិន្ទុ និងរង្វាន់ធ្វើឱ្យពួកគេត្រឡប់មកវិញ, ហើយតម្រូវការរបស់សិស្សជំរុញការបន្តគណនី។</a:t>
            </a:r>
          </a:p>
        </p:txBody>
      </p:sp>
      <p:sp>
        <p:nvSpPr>
          <p:cNvPr id="10" name="">
            <a:extLst xmlns:a="http://schemas.openxmlformats.org/drawingml/2006/main">
              <a:ext uri="{FF2B5EF4-FFF2-40B4-BE49-F238E27FC236}">
                <a16:creationId xmlns:a16="http://schemas.microsoft.com/office/drawing/2014/main" id="{8D06FA91-92FE-4FA0-A103-D6BF647D6056}"/>
              </a:ext>
            </a:extLst>
          </p:cNvPr>
          <p:cNvSpPr>
            <a:spLocks xmlns:a="http://schemas.openxmlformats.org/drawingml/2006/main" noGrp="1"/>
          </p:cNvSpPr>
          <p:nvPr/>
        </p:nvSpPr>
        <p:spPr>
          <a:xfrm xmlns:a="http://schemas.openxmlformats.org/drawingml/2006/main">
            <a:off x="914400" y="3981450"/>
            <a:ext cx="3095625" cy="16192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11" name="">
            <a:extLst xmlns:a="http://schemas.openxmlformats.org/drawingml/2006/main">
              <a:ext uri="{FF2B5EF4-FFF2-40B4-BE49-F238E27FC236}">
                <a16:creationId xmlns:a16="http://schemas.microsoft.com/office/drawing/2014/main" id="{53159223-0242-48F5-B6D0-FF873544CB70}"/>
              </a:ext>
            </a:extLst>
          </p:cNvPr>
          <p:cNvSpPr>
            <a:spLocks xmlns:a="http://schemas.openxmlformats.org/drawingml/2006/main" noGrp="1"/>
          </p:cNvSpPr>
          <p:nvPr/>
        </p:nvSpPr>
        <p:spPr>
          <a:xfrm xmlns:a="http://schemas.openxmlformats.org/drawingml/2006/main">
            <a:off x="838200" y="3905250"/>
            <a:ext cx="3095625" cy="161925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12" name="">
            <a:extLst xmlns:a="http://schemas.openxmlformats.org/drawingml/2006/main">
              <a:ext uri="{FF2B5EF4-FFF2-40B4-BE49-F238E27FC236}">
                <a16:creationId xmlns:a16="http://schemas.microsoft.com/office/drawing/2014/main" id="{FD9E86CF-FC79-4030-AEED-2834F3BD9628}"/>
              </a:ext>
            </a:extLst>
          </p:cNvPr>
          <p:cNvSpPr>
            <a:spLocks xmlns:a="http://schemas.openxmlformats.org/drawingml/2006/main" noGrp="1"/>
          </p:cNvSpPr>
          <p:nvPr/>
        </p:nvSpPr>
        <p:spPr>
          <a:xfrm xmlns:a="http://schemas.openxmlformats.org/drawingml/2006/main">
            <a:off x="838200" y="3905250"/>
            <a:ext cx="3095625" cy="323850"/>
          </a:xfrm>
          <a:prstGeom xmlns:a="http://schemas.openxmlformats.org/drawingml/2006/main" prst="rect">
            <a:avLst/>
          </a:prstGeom>
          <a:solidFill xmlns:a="http://schemas.openxmlformats.org/drawingml/2006/main">
            <a:srgbClr val="2563EB"/>
          </a:solidFill>
          <a:ln xmlns:a="http://schemas.openxmlformats.org/drawingml/2006/main" w="0">
            <a:solidFill>
              <a:srgbClr val="0B0B0B"/>
            </a:solidFill>
            <a:prstDash val="solid"/>
          </a:ln>
        </p:spPr>
      </p:sp>
      <p:sp>
        <p:nvSpPr>
          <p:cNvPr id="13" name="">
            <a:extLst xmlns:a="http://schemas.openxmlformats.org/drawingml/2006/main">
              <a:ext uri="{FF2B5EF4-FFF2-40B4-BE49-F238E27FC236}">
                <a16:creationId xmlns:a16="http://schemas.microsoft.com/office/drawing/2014/main" id="{B84632A0-203E-44D2-AA8B-BD37EFEA83C5}"/>
              </a:ext>
            </a:extLst>
          </p:cNvPr>
          <p:cNvSpPr>
            <a:spLocks xmlns:a="http://schemas.openxmlformats.org/drawingml/2006/main" noGrp="1"/>
          </p:cNvSpPr>
          <p:nvPr/>
        </p:nvSpPr>
        <p:spPr>
          <a:xfrm xmlns:a="http://schemas.openxmlformats.org/drawingml/2006/main">
            <a:off x="971550" y="3962400"/>
            <a:ext cx="28289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lnSpc>
                <a:spcPct val="105000"/>
              </a:lnSpc>
              <a:buNone/>
              <a:defRPr sz="975" b="1">
                <a:solidFill>
                  <a:srgbClr val="0B0B0B"/>
                </a:solidFill>
                <a:latin typeface="Noto Sans Khmer"/>
                <a:ea typeface="Noto Sans Khmer"/>
                <a:cs typeface="Noto Sans Khmer"/>
              </a:defRPr>
            </a:pPr>
            <a:r>
              <a:rPr sz="975" b="1">
                <a:solidFill>
                  <a:srgbClr val="0B0B0B"/>
                </a:solidFill>
                <a:latin typeface="Noto Sans Khmer"/>
                <a:ea typeface="Noto Sans Khmer"/>
                <a:cs typeface="Noto Sans Khmer"/>
              </a:rPr>
              <a:t>PILLAR 1</a:t>
            </a:r>
          </a:p>
        </p:txBody>
      </p:sp>
      <p:sp>
        <p:nvSpPr>
          <p:cNvPr id="14" name="">
            <a:extLst xmlns:a="http://schemas.openxmlformats.org/drawingml/2006/main">
              <a:ext uri="{FF2B5EF4-FFF2-40B4-BE49-F238E27FC236}">
                <a16:creationId xmlns:a16="http://schemas.microsoft.com/office/drawing/2014/main" id="{C138D90E-B1AA-4E68-A102-67018DDE8C2E}"/>
              </a:ext>
            </a:extLst>
          </p:cNvPr>
          <p:cNvSpPr>
            <a:spLocks xmlns:a="http://schemas.openxmlformats.org/drawingml/2006/main" noGrp="1"/>
          </p:cNvSpPr>
          <p:nvPr/>
        </p:nvSpPr>
        <p:spPr>
          <a:xfrm xmlns:a="http://schemas.openxmlformats.org/drawingml/2006/main">
            <a:off x="1009650" y="4400550"/>
            <a:ext cx="27527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0000"/>
              </a:lnSpc>
              <a:buNone/>
              <a:defRPr sz="1800" b="1">
                <a:solidFill>
                  <a:srgbClr val="0B0B0B"/>
                </a:solidFill>
                <a:latin typeface="Noto Sans Khmer"/>
                <a:ea typeface="Noto Sans Khmer"/>
                <a:cs typeface="Noto Sans Khmer"/>
              </a:defRPr>
            </a:pPr>
            <a:r>
              <a:rPr sz="1800" b="1">
                <a:solidFill>
                  <a:srgbClr val="0B0B0B"/>
                </a:solidFill>
                <a:latin typeface="Noto Sans Khmer"/>
                <a:ea typeface="Noto Sans Khmer"/>
                <a:cs typeface="Noto Sans Khmer"/>
              </a:rPr>
              <a:t>Teacher-led entry</a:t>
            </a:r>
          </a:p>
        </p:txBody>
      </p:sp>
      <p:sp>
        <p:nvSpPr>
          <p:cNvPr id="15" name="">
            <a:extLst xmlns:a="http://schemas.openxmlformats.org/drawingml/2006/main">
              <a:ext uri="{FF2B5EF4-FFF2-40B4-BE49-F238E27FC236}">
                <a16:creationId xmlns:a16="http://schemas.microsoft.com/office/drawing/2014/main" id="{ECDF506C-5339-4313-B658-95FE728687CC}"/>
              </a:ext>
            </a:extLst>
          </p:cNvPr>
          <p:cNvSpPr>
            <a:spLocks xmlns:a="http://schemas.openxmlformats.org/drawingml/2006/main" noGrp="1"/>
          </p:cNvSpPr>
          <p:nvPr/>
        </p:nvSpPr>
        <p:spPr>
          <a:xfrm xmlns:a="http://schemas.openxmlformats.org/drawingml/2006/main">
            <a:off x="1009650" y="4933950"/>
            <a:ext cx="27527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12000"/>
              </a:lnSpc>
              <a:buNone/>
              <a:defRPr sz="1050" b="0">
                <a:solidFill>
                  <a:srgbClr val="303030"/>
                </a:solidFill>
                <a:latin typeface="Noto Sans Khmer"/>
                <a:ea typeface="Noto Sans Khmer"/>
                <a:cs typeface="Noto Sans Khmer"/>
              </a:defRPr>
            </a:pPr>
            <a:r>
              <a:rPr sz="1050" b="0">
                <a:solidFill>
                  <a:srgbClr val="303030"/>
                </a:solidFill>
                <a:latin typeface="Noto Sans Khmer"/>
                <a:ea typeface="Noto Sans Khmer"/>
                <a:cs typeface="Noto Sans Khmer"/>
              </a:rPr>
              <a:t>Class portal and invite codes let teachers bring students in as a group.</a:t>
            </a:r>
          </a:p>
        </p:txBody>
      </p:sp>
      <p:sp>
        <p:nvSpPr>
          <p:cNvPr id="16" name="">
            <a:extLst xmlns:a="http://schemas.openxmlformats.org/drawingml/2006/main">
              <a:ext uri="{FF2B5EF4-FFF2-40B4-BE49-F238E27FC236}">
                <a16:creationId xmlns:a16="http://schemas.microsoft.com/office/drawing/2014/main" id="{56106300-171C-4846-8C33-E7025054FAF1}"/>
              </a:ext>
            </a:extLst>
          </p:cNvPr>
          <p:cNvSpPr>
            <a:spLocks xmlns:a="http://schemas.openxmlformats.org/drawingml/2006/main" noGrp="1"/>
          </p:cNvSpPr>
          <p:nvPr/>
        </p:nvSpPr>
        <p:spPr>
          <a:xfrm xmlns:a="http://schemas.openxmlformats.org/drawingml/2006/main">
            <a:off x="4629150" y="3981450"/>
            <a:ext cx="3095625" cy="16192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17" name="">
            <a:extLst xmlns:a="http://schemas.openxmlformats.org/drawingml/2006/main">
              <a:ext uri="{FF2B5EF4-FFF2-40B4-BE49-F238E27FC236}">
                <a16:creationId xmlns:a16="http://schemas.microsoft.com/office/drawing/2014/main" id="{2E01D32F-A034-41A6-A575-F04D43E08254}"/>
              </a:ext>
            </a:extLst>
          </p:cNvPr>
          <p:cNvSpPr>
            <a:spLocks xmlns:a="http://schemas.openxmlformats.org/drawingml/2006/main" noGrp="1"/>
          </p:cNvSpPr>
          <p:nvPr/>
        </p:nvSpPr>
        <p:spPr>
          <a:xfrm xmlns:a="http://schemas.openxmlformats.org/drawingml/2006/main">
            <a:off x="4552950" y="3905250"/>
            <a:ext cx="3095625" cy="161925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18" name="">
            <a:extLst xmlns:a="http://schemas.openxmlformats.org/drawingml/2006/main">
              <a:ext uri="{FF2B5EF4-FFF2-40B4-BE49-F238E27FC236}">
                <a16:creationId xmlns:a16="http://schemas.microsoft.com/office/drawing/2014/main" id="{BD61BA46-625E-49B2-AE85-54678267E1CF}"/>
              </a:ext>
            </a:extLst>
          </p:cNvPr>
          <p:cNvSpPr>
            <a:spLocks xmlns:a="http://schemas.openxmlformats.org/drawingml/2006/main" noGrp="1"/>
          </p:cNvSpPr>
          <p:nvPr/>
        </p:nvSpPr>
        <p:spPr>
          <a:xfrm xmlns:a="http://schemas.openxmlformats.org/drawingml/2006/main">
            <a:off x="4552950" y="3905250"/>
            <a:ext cx="3095625" cy="323850"/>
          </a:xfrm>
          <a:prstGeom xmlns:a="http://schemas.openxmlformats.org/drawingml/2006/main" prst="rect">
            <a:avLst/>
          </a:prstGeom>
          <a:solidFill xmlns:a="http://schemas.openxmlformats.org/drawingml/2006/main">
            <a:srgbClr val="16A34A"/>
          </a:solidFill>
          <a:ln xmlns:a="http://schemas.openxmlformats.org/drawingml/2006/main" w="0">
            <a:solidFill>
              <a:srgbClr val="0B0B0B"/>
            </a:solidFill>
            <a:prstDash val="solid"/>
          </a:ln>
        </p:spPr>
      </p:sp>
      <p:sp>
        <p:nvSpPr>
          <p:cNvPr id="19" name="">
            <a:extLst xmlns:a="http://schemas.openxmlformats.org/drawingml/2006/main">
              <a:ext uri="{FF2B5EF4-FFF2-40B4-BE49-F238E27FC236}">
                <a16:creationId xmlns:a16="http://schemas.microsoft.com/office/drawing/2014/main" id="{378A782A-C359-421C-B7C5-BA1027F761D0}"/>
              </a:ext>
            </a:extLst>
          </p:cNvPr>
          <p:cNvSpPr>
            <a:spLocks xmlns:a="http://schemas.openxmlformats.org/drawingml/2006/main" noGrp="1"/>
          </p:cNvSpPr>
          <p:nvPr/>
        </p:nvSpPr>
        <p:spPr>
          <a:xfrm xmlns:a="http://schemas.openxmlformats.org/drawingml/2006/main">
            <a:off x="4686300" y="3962400"/>
            <a:ext cx="28289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lnSpc>
                <a:spcPct val="105000"/>
              </a:lnSpc>
              <a:buNone/>
              <a:defRPr sz="975" b="1">
                <a:solidFill>
                  <a:srgbClr val="0B0B0B"/>
                </a:solidFill>
                <a:latin typeface="Noto Sans Khmer"/>
                <a:ea typeface="Noto Sans Khmer"/>
                <a:cs typeface="Noto Sans Khmer"/>
              </a:defRPr>
            </a:pPr>
            <a:r>
              <a:rPr sz="975" b="1">
                <a:solidFill>
                  <a:srgbClr val="0B0B0B"/>
                </a:solidFill>
                <a:latin typeface="Noto Sans Khmer"/>
                <a:ea typeface="Noto Sans Khmer"/>
                <a:cs typeface="Noto Sans Khmer"/>
              </a:rPr>
              <a:t>PILLAR 2</a:t>
            </a:r>
          </a:p>
        </p:txBody>
      </p:sp>
      <p:sp>
        <p:nvSpPr>
          <p:cNvPr id="20" name="">
            <a:extLst xmlns:a="http://schemas.openxmlformats.org/drawingml/2006/main">
              <a:ext uri="{FF2B5EF4-FFF2-40B4-BE49-F238E27FC236}">
                <a16:creationId xmlns:a16="http://schemas.microsoft.com/office/drawing/2014/main" id="{64A0C7C4-3EDD-406F-8DF0-DBBBF5B92067}"/>
              </a:ext>
            </a:extLst>
          </p:cNvPr>
          <p:cNvSpPr>
            <a:spLocks xmlns:a="http://schemas.openxmlformats.org/drawingml/2006/main" noGrp="1"/>
          </p:cNvSpPr>
          <p:nvPr/>
        </p:nvSpPr>
        <p:spPr>
          <a:xfrm xmlns:a="http://schemas.openxmlformats.org/drawingml/2006/main">
            <a:off x="4724400" y="4400550"/>
            <a:ext cx="27527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0000"/>
              </a:lnSpc>
              <a:buNone/>
              <a:defRPr sz="1800" b="1">
                <a:solidFill>
                  <a:srgbClr val="0B0B0B"/>
                </a:solidFill>
                <a:latin typeface="Noto Sans Khmer"/>
                <a:ea typeface="Noto Sans Khmer"/>
                <a:cs typeface="Noto Sans Khmer"/>
              </a:defRPr>
            </a:pPr>
            <a:r>
              <a:rPr sz="1800" b="1">
                <a:solidFill>
                  <a:srgbClr val="0B0B0B"/>
                </a:solidFill>
                <a:latin typeface="Noto Sans Khmer"/>
                <a:ea typeface="Noto Sans Khmer"/>
                <a:cs typeface="Noto Sans Khmer"/>
              </a:rPr>
              <a:t>Game-driven return</a:t>
            </a:r>
          </a:p>
        </p:txBody>
      </p:sp>
      <p:sp>
        <p:nvSpPr>
          <p:cNvPr id="21" name="">
            <a:extLst xmlns:a="http://schemas.openxmlformats.org/drawingml/2006/main">
              <a:ext uri="{FF2B5EF4-FFF2-40B4-BE49-F238E27FC236}">
                <a16:creationId xmlns:a16="http://schemas.microsoft.com/office/drawing/2014/main" id="{4F26A39E-433E-4FBD-8DFB-9AC27A668598}"/>
              </a:ext>
            </a:extLst>
          </p:cNvPr>
          <p:cNvSpPr>
            <a:spLocks xmlns:a="http://schemas.openxmlformats.org/drawingml/2006/main" noGrp="1"/>
          </p:cNvSpPr>
          <p:nvPr/>
        </p:nvSpPr>
        <p:spPr>
          <a:xfrm xmlns:a="http://schemas.openxmlformats.org/drawingml/2006/main">
            <a:off x="4724400" y="4933950"/>
            <a:ext cx="27527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12000"/>
              </a:lnSpc>
              <a:buNone/>
              <a:defRPr sz="1050" b="0">
                <a:solidFill>
                  <a:srgbClr val="303030"/>
                </a:solidFill>
                <a:latin typeface="Noto Sans Khmer"/>
                <a:ea typeface="Noto Sans Khmer"/>
                <a:cs typeface="Noto Sans Khmer"/>
              </a:defRPr>
            </a:pPr>
            <a:r>
              <a:rPr sz="1050" b="0">
                <a:solidFill>
                  <a:srgbClr val="303030"/>
                </a:solidFill>
                <a:latin typeface="Noto Sans Khmer"/>
                <a:ea typeface="Noto Sans Khmer"/>
                <a:cs typeface="Noto Sans Khmer"/>
              </a:rPr>
              <a:t>Leaderboard, streaks, avatar, and quizzes create daily motivation.</a:t>
            </a:r>
          </a:p>
        </p:txBody>
      </p:sp>
      <p:sp>
        <p:nvSpPr>
          <p:cNvPr id="22" name="">
            <a:extLst xmlns:a="http://schemas.openxmlformats.org/drawingml/2006/main">
              <a:ext uri="{FF2B5EF4-FFF2-40B4-BE49-F238E27FC236}">
                <a16:creationId xmlns:a16="http://schemas.microsoft.com/office/drawing/2014/main" id="{E24466A7-3194-4C68-BED7-4B560F62DAFF}"/>
              </a:ext>
            </a:extLst>
          </p:cNvPr>
          <p:cNvSpPr>
            <a:spLocks xmlns:a="http://schemas.openxmlformats.org/drawingml/2006/main" noGrp="1"/>
          </p:cNvSpPr>
          <p:nvPr/>
        </p:nvSpPr>
        <p:spPr>
          <a:xfrm xmlns:a="http://schemas.openxmlformats.org/drawingml/2006/main">
            <a:off x="8343900" y="3981450"/>
            <a:ext cx="3095625" cy="16192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23" name="">
            <a:extLst xmlns:a="http://schemas.openxmlformats.org/drawingml/2006/main">
              <a:ext uri="{FF2B5EF4-FFF2-40B4-BE49-F238E27FC236}">
                <a16:creationId xmlns:a16="http://schemas.microsoft.com/office/drawing/2014/main" id="{91EC3728-A1E7-48E8-B1D5-E5916EDB50BA}"/>
              </a:ext>
            </a:extLst>
          </p:cNvPr>
          <p:cNvSpPr>
            <a:spLocks xmlns:a="http://schemas.openxmlformats.org/drawingml/2006/main" noGrp="1"/>
          </p:cNvSpPr>
          <p:nvPr/>
        </p:nvSpPr>
        <p:spPr>
          <a:xfrm xmlns:a="http://schemas.openxmlformats.org/drawingml/2006/main">
            <a:off x="8267700" y="3905250"/>
            <a:ext cx="3095625" cy="161925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24" name="">
            <a:extLst xmlns:a="http://schemas.openxmlformats.org/drawingml/2006/main">
              <a:ext uri="{FF2B5EF4-FFF2-40B4-BE49-F238E27FC236}">
                <a16:creationId xmlns:a16="http://schemas.microsoft.com/office/drawing/2014/main" id="{1C4977A6-048A-449C-A750-E10834E76805}"/>
              </a:ext>
            </a:extLst>
          </p:cNvPr>
          <p:cNvSpPr>
            <a:spLocks xmlns:a="http://schemas.openxmlformats.org/drawingml/2006/main" noGrp="1"/>
          </p:cNvSpPr>
          <p:nvPr/>
        </p:nvSpPr>
        <p:spPr>
          <a:xfrm xmlns:a="http://schemas.openxmlformats.org/drawingml/2006/main">
            <a:off x="8267700" y="3905250"/>
            <a:ext cx="3095625" cy="323850"/>
          </a:xfrm>
          <a:prstGeom xmlns:a="http://schemas.openxmlformats.org/drawingml/2006/main" prst="rect">
            <a:avLst/>
          </a:prstGeom>
          <a:solidFill xmlns:a="http://schemas.openxmlformats.org/drawingml/2006/main">
            <a:srgbClr val="F97316"/>
          </a:solidFill>
          <a:ln xmlns:a="http://schemas.openxmlformats.org/drawingml/2006/main" w="0">
            <a:solidFill>
              <a:srgbClr val="0B0B0B"/>
            </a:solidFill>
            <a:prstDash val="solid"/>
          </a:ln>
        </p:spPr>
      </p:sp>
      <p:sp>
        <p:nvSpPr>
          <p:cNvPr id="25" name="">
            <a:extLst xmlns:a="http://schemas.openxmlformats.org/drawingml/2006/main">
              <a:ext uri="{FF2B5EF4-FFF2-40B4-BE49-F238E27FC236}">
                <a16:creationId xmlns:a16="http://schemas.microsoft.com/office/drawing/2014/main" id="{9D34E7A9-215C-40AF-A28E-205254CCE7F5}"/>
              </a:ext>
            </a:extLst>
          </p:cNvPr>
          <p:cNvSpPr>
            <a:spLocks xmlns:a="http://schemas.openxmlformats.org/drawingml/2006/main" noGrp="1"/>
          </p:cNvSpPr>
          <p:nvPr/>
        </p:nvSpPr>
        <p:spPr>
          <a:xfrm xmlns:a="http://schemas.openxmlformats.org/drawingml/2006/main">
            <a:off x="8401050" y="3962400"/>
            <a:ext cx="28289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lnSpc>
                <a:spcPct val="105000"/>
              </a:lnSpc>
              <a:buNone/>
              <a:defRPr sz="975" b="1">
                <a:solidFill>
                  <a:srgbClr val="0B0B0B"/>
                </a:solidFill>
                <a:latin typeface="Noto Sans Khmer"/>
                <a:ea typeface="Noto Sans Khmer"/>
                <a:cs typeface="Noto Sans Khmer"/>
              </a:defRPr>
            </a:pPr>
            <a:r>
              <a:rPr sz="975" b="1">
                <a:solidFill>
                  <a:srgbClr val="0B0B0B"/>
                </a:solidFill>
                <a:latin typeface="Noto Sans Khmer"/>
                <a:ea typeface="Noto Sans Khmer"/>
                <a:cs typeface="Noto Sans Khmer"/>
              </a:rPr>
              <a:t>PILLAR 3</a:t>
            </a:r>
          </a:p>
        </p:txBody>
      </p:sp>
      <p:sp>
        <p:nvSpPr>
          <p:cNvPr id="26" name="">
            <a:extLst xmlns:a="http://schemas.openxmlformats.org/drawingml/2006/main">
              <a:ext uri="{FF2B5EF4-FFF2-40B4-BE49-F238E27FC236}">
                <a16:creationId xmlns:a16="http://schemas.microsoft.com/office/drawing/2014/main" id="{AC988DDC-FFC4-4B59-8E3F-273E54DE55BE}"/>
              </a:ext>
            </a:extLst>
          </p:cNvPr>
          <p:cNvSpPr>
            <a:spLocks xmlns:a="http://schemas.openxmlformats.org/drawingml/2006/main" noGrp="1"/>
          </p:cNvSpPr>
          <p:nvPr/>
        </p:nvSpPr>
        <p:spPr>
          <a:xfrm xmlns:a="http://schemas.openxmlformats.org/drawingml/2006/main">
            <a:off x="8439150" y="4400550"/>
            <a:ext cx="27527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0000"/>
              </a:lnSpc>
              <a:buNone/>
              <a:defRPr sz="1800" b="1">
                <a:solidFill>
                  <a:srgbClr val="0B0B0B"/>
                </a:solidFill>
                <a:latin typeface="Noto Sans Khmer"/>
                <a:ea typeface="Noto Sans Khmer"/>
                <a:cs typeface="Noto Sans Khmer"/>
              </a:defRPr>
            </a:pPr>
            <a:r>
              <a:rPr sz="1800" b="1">
                <a:solidFill>
                  <a:srgbClr val="0B0B0B"/>
                </a:solidFill>
                <a:latin typeface="Noto Sans Khmer"/>
                <a:ea typeface="Noto Sans Khmer"/>
                <a:cs typeface="Noto Sans Khmer"/>
              </a:rPr>
              <a:t>Subscription pull</a:t>
            </a:r>
          </a:p>
        </p:txBody>
      </p:sp>
      <p:sp>
        <p:nvSpPr>
          <p:cNvPr id="27" name="">
            <a:extLst xmlns:a="http://schemas.openxmlformats.org/drawingml/2006/main">
              <a:ext uri="{FF2B5EF4-FFF2-40B4-BE49-F238E27FC236}">
                <a16:creationId xmlns:a16="http://schemas.microsoft.com/office/drawing/2014/main" id="{D7BFB0D2-FB5F-4918-B8CB-3932B08E6605}"/>
              </a:ext>
            </a:extLst>
          </p:cNvPr>
          <p:cNvSpPr>
            <a:spLocks xmlns:a="http://schemas.openxmlformats.org/drawingml/2006/main" noGrp="1"/>
          </p:cNvSpPr>
          <p:nvPr/>
        </p:nvSpPr>
        <p:spPr>
          <a:xfrm xmlns:a="http://schemas.openxmlformats.org/drawingml/2006/main">
            <a:off x="8439150" y="4933950"/>
            <a:ext cx="27527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12000"/>
              </a:lnSpc>
              <a:buNone/>
              <a:defRPr sz="1050" b="0">
                <a:solidFill>
                  <a:srgbClr val="303030"/>
                </a:solidFill>
                <a:latin typeface="Noto Sans Khmer"/>
                <a:ea typeface="Noto Sans Khmer"/>
                <a:cs typeface="Noto Sans Khmer"/>
              </a:defRPr>
            </a:pPr>
            <a:r>
              <a:rPr sz="1050" b="0">
                <a:solidFill>
                  <a:srgbClr val="303030"/>
                </a:solidFill>
                <a:latin typeface="Noto Sans Khmer"/>
                <a:ea typeface="Noto Sans Khmer"/>
                <a:cs typeface="Noto Sans Khmer"/>
              </a:rPr>
              <a:t>Students want more play and rewards, which creates demand for renewal.</a:t>
            </a:r>
          </a:p>
        </p:txBody>
      </p:sp>
    </p:spTree>
    <p:extLst>
      <p:ext uri="{BB962C8B-B14F-4D97-AF65-F5344CB8AC3E}">
        <p14:creationId xmlns:p14="http://schemas.microsoft.com/office/powerpoint/2010/main" val="1031806301"/>
      </p:ext>
    </p:extLst>
  </p:cSld>
</p:sld>
</file>

<file path=ppt/slides/slide3.xml><?xml version="1.0" encoding="utf-8"?>
<p:sld xmlns:p="http://schemas.openxmlformats.org/presentationml/2006/main">
  <p:cSld>
    <p:bg>
      <p:bgPr>
        <a:solidFill xmlns:a="http://schemas.openxmlformats.org/drawingml/2006/main">
          <a:srgbClr val="FFF8D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49A5001-292C-4850-AD7C-4083C41CD611}"/>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EAB308"/>
          </a:solidFill>
          <a:ln xmlns:a="http://schemas.openxmlformats.org/drawingml/2006/main" w="0">
            <a:solidFill>
              <a:srgbClr val="0B0B0B"/>
            </a:solidFill>
            <a:prstDash val="solid"/>
          </a:ln>
        </p:spPr>
      </p:sp>
      <p:sp>
        <p:nvSpPr>
          <p:cNvPr id="2" name="">
            <a:extLst xmlns:a="http://schemas.openxmlformats.org/drawingml/2006/main">
              <a:ext uri="{FF2B5EF4-FFF2-40B4-BE49-F238E27FC236}">
                <a16:creationId xmlns:a16="http://schemas.microsoft.com/office/drawing/2014/main" id="{EBDD2140-653D-4F10-BABB-19CBB8DC807B}"/>
              </a:ext>
            </a:extLst>
          </p:cNvPr>
          <p:cNvSpPr>
            <a:spLocks xmlns:a="http://schemas.openxmlformats.org/drawingml/2006/main" noGrp="1"/>
          </p:cNvSpPr>
          <p:nvPr/>
        </p:nvSpPr>
        <p:spPr>
          <a:xfrm xmlns:a="http://schemas.openxmlformats.org/drawingml/2006/main">
            <a:off x="0" y="6686550"/>
            <a:ext cx="12192000" cy="1714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3" name="">
            <a:extLst xmlns:a="http://schemas.openxmlformats.org/drawingml/2006/main">
              <a:ext uri="{FF2B5EF4-FFF2-40B4-BE49-F238E27FC236}">
                <a16:creationId xmlns:a16="http://schemas.microsoft.com/office/drawing/2014/main" id="{5B4824CA-24B0-44FC-852F-08A938638424}"/>
              </a:ext>
            </a:extLst>
          </p:cNvPr>
          <p:cNvSpPr>
            <a:spLocks xmlns:a="http://schemas.openxmlformats.org/drawingml/2006/main" noGrp="1"/>
          </p:cNvSpPr>
          <p:nvPr/>
        </p:nvSpPr>
        <p:spPr>
          <a:xfrm xmlns:a="http://schemas.openxmlformats.org/drawingml/2006/main">
            <a:off x="514350" y="2857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5000"/>
              </a:lnSpc>
              <a:buNone/>
              <a:defRPr sz="975" b="1">
                <a:solidFill>
                  <a:srgbClr val="0B0B0B"/>
                </a:solidFill>
                <a:latin typeface="Noto Sans Khmer"/>
                <a:ea typeface="Noto Sans Khmer"/>
                <a:cs typeface="Noto Sans Khmer"/>
              </a:defRPr>
            </a:pPr>
            <a:r>
              <a:rPr sz="975" b="1">
                <a:solidFill>
                  <a:srgbClr val="0B0B0B"/>
                </a:solidFill>
                <a:latin typeface="Noto Sans Khmer"/>
                <a:ea typeface="Noto Sans Khmer"/>
                <a:cs typeface="Noto Sans Khmer"/>
              </a:rPr>
              <a:t>KWD USER ADOPTION PLAN</a:t>
            </a:r>
          </a:p>
        </p:txBody>
      </p:sp>
      <p:sp>
        <p:nvSpPr>
          <p:cNvPr id="4" name="">
            <a:extLst xmlns:a="http://schemas.openxmlformats.org/drawingml/2006/main">
              <a:ext uri="{FF2B5EF4-FFF2-40B4-BE49-F238E27FC236}">
                <a16:creationId xmlns:a16="http://schemas.microsoft.com/office/drawing/2014/main" id="{824970EE-A57F-4796-8537-06185AA2088D}"/>
              </a:ext>
            </a:extLst>
          </p:cNvPr>
          <p:cNvSpPr>
            <a:spLocks xmlns:a="http://schemas.openxmlformats.org/drawingml/2006/main" noGrp="1"/>
          </p:cNvSpPr>
          <p:nvPr/>
        </p:nvSpPr>
        <p:spPr>
          <a:xfrm xmlns:a="http://schemas.openxmlformats.org/drawingml/2006/main">
            <a:off x="11163300" y="266700"/>
            <a:ext cx="514350" cy="323850"/>
          </a:xfrm>
          <a:prstGeom xmlns:a="http://schemas.openxmlformats.org/drawingml/2006/main" prst="rect">
            <a:avLst/>
          </a:prstGeom>
          <a:solidFill xmlns:a="http://schemas.openxmlformats.org/drawingml/2006/main">
            <a:srgbClr val="EAB308"/>
          </a:solidFill>
          <a:ln xmlns:a="http://schemas.openxmlformats.org/drawingml/2006/main" w="28575">
            <a:solidFill>
              <a:srgbClr val="0B0B0B"/>
            </a:solid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lnSpc>
                <a:spcPct val="105000"/>
              </a:lnSpc>
              <a:buNone/>
              <a:defRPr sz="1350" b="1">
                <a:solidFill>
                  <a:srgbClr val="0B0B0B"/>
                </a:solidFill>
                <a:latin typeface="Noto Sans Khmer"/>
                <a:ea typeface="Noto Sans Khmer"/>
                <a:cs typeface="Noto Sans Khmer"/>
              </a:defRPr>
            </a:pPr>
            <a:r>
              <a:rPr sz="1350" b="1">
                <a:solidFill>
                  <a:srgbClr val="0B0B0B"/>
                </a:solidFill>
                <a:latin typeface="Noto Sans Khmer"/>
                <a:ea typeface="Noto Sans Khmer"/>
                <a:cs typeface="Noto Sans Khmer"/>
              </a:rPr>
              <a:t>03</a:t>
            </a:r>
          </a:p>
        </p:txBody>
      </p:sp>
      <p:sp>
        <p:nvSpPr>
          <p:cNvPr id="5" name="">
            <a:extLst xmlns:a="http://schemas.openxmlformats.org/drawingml/2006/main">
              <a:ext uri="{FF2B5EF4-FFF2-40B4-BE49-F238E27FC236}">
                <a16:creationId xmlns:a16="http://schemas.microsoft.com/office/drawing/2014/main" id="{2DE7A19C-539D-4C6C-8320-0B9975562C7B}"/>
              </a:ext>
            </a:extLst>
          </p:cNvPr>
          <p:cNvSpPr>
            <a:spLocks xmlns:a="http://schemas.openxmlformats.org/drawingml/2006/main" noGrp="1"/>
          </p:cNvSpPr>
          <p:nvPr/>
        </p:nvSpPr>
        <p:spPr>
          <a:xfrm xmlns:a="http://schemas.openxmlformats.org/drawingml/2006/main">
            <a:off x="514350" y="609600"/>
            <a:ext cx="8096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98000"/>
              </a:lnSpc>
              <a:buNone/>
              <a:defRPr sz="2850" b="1">
                <a:solidFill>
                  <a:srgbClr val="0B0B0B"/>
                </a:solidFill>
                <a:latin typeface="Noto Sans Khmer"/>
                <a:ea typeface="Noto Sans Khmer"/>
                <a:cs typeface="Noto Sans Khmer"/>
              </a:defRPr>
            </a:pPr>
            <a:r>
              <a:rPr sz="2850" b="1">
                <a:solidFill>
                  <a:srgbClr val="0B0B0B"/>
                </a:solidFill>
                <a:latin typeface="Noto Sans Khmer"/>
                <a:ea typeface="Noto Sans Khmer"/>
                <a:cs typeface="Noto Sans Khmer"/>
              </a:rPr>
              <a:t>បញ្ហា និងបេសកកម្ម</a:t>
            </a:r>
          </a:p>
        </p:txBody>
      </p:sp>
      <p:sp>
        <p:nvSpPr>
          <p:cNvPr id="6" name="">
            <a:extLst xmlns:a="http://schemas.openxmlformats.org/drawingml/2006/main">
              <a:ext uri="{FF2B5EF4-FFF2-40B4-BE49-F238E27FC236}">
                <a16:creationId xmlns:a16="http://schemas.microsoft.com/office/drawing/2014/main" id="{EA6178DE-3154-4C85-A9DE-83051E417C37}"/>
              </a:ext>
            </a:extLst>
          </p:cNvPr>
          <p:cNvSpPr>
            <a:spLocks xmlns:a="http://schemas.openxmlformats.org/drawingml/2006/main" noGrp="1"/>
          </p:cNvSpPr>
          <p:nvPr/>
        </p:nvSpPr>
        <p:spPr>
          <a:xfrm xmlns:a="http://schemas.openxmlformats.org/drawingml/2006/main">
            <a:off x="552450" y="1276350"/>
            <a:ext cx="790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5000"/>
              </a:lnSpc>
              <a:buNone/>
              <a:defRPr sz="1275" b="0">
                <a:solidFill>
                  <a:srgbClr val="383838"/>
                </a:solidFill>
                <a:latin typeface="Noto Sans Khmer"/>
                <a:ea typeface="Noto Sans Khmer"/>
                <a:cs typeface="Noto Sans Khmer"/>
              </a:defRPr>
            </a:pPr>
            <a:r>
              <a:rPr sz="1275" b="0">
                <a:solidFill>
                  <a:srgbClr val="383838"/>
                </a:solidFill>
                <a:latin typeface="Noto Sans Khmer"/>
                <a:ea typeface="Noto Sans Khmer"/>
                <a:cs typeface="Noto Sans Khmer"/>
              </a:rPr>
              <a:t>The plan starts from a real traffic-safety education gap, not just an app idea.</a:t>
            </a:r>
          </a:p>
        </p:txBody>
      </p:sp>
      <p:sp>
        <p:nvSpPr>
          <p:cNvPr id="7" name="">
            <a:extLst xmlns:a="http://schemas.openxmlformats.org/drawingml/2006/main">
              <a:ext uri="{FF2B5EF4-FFF2-40B4-BE49-F238E27FC236}">
                <a16:creationId xmlns:a16="http://schemas.microsoft.com/office/drawing/2014/main" id="{58C086E7-54AD-4229-BF70-963D6D888D4D}"/>
              </a:ext>
            </a:extLst>
          </p:cNvPr>
          <p:cNvSpPr>
            <a:spLocks xmlns:a="http://schemas.openxmlformats.org/drawingml/2006/main" noGrp="1"/>
          </p:cNvSpPr>
          <p:nvPr/>
        </p:nvSpPr>
        <p:spPr>
          <a:xfrm xmlns:a="http://schemas.openxmlformats.org/drawingml/2006/main">
            <a:off x="800100" y="1905000"/>
            <a:ext cx="2381250" cy="125730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8" name="">
            <a:extLst xmlns:a="http://schemas.openxmlformats.org/drawingml/2006/main">
              <a:ext uri="{FF2B5EF4-FFF2-40B4-BE49-F238E27FC236}">
                <a16:creationId xmlns:a16="http://schemas.microsoft.com/office/drawing/2014/main" id="{C6BCB8F1-5FA7-48AA-926C-EB796D2446C2}"/>
              </a:ext>
            </a:extLst>
          </p:cNvPr>
          <p:cNvSpPr>
            <a:spLocks xmlns:a="http://schemas.openxmlformats.org/drawingml/2006/main" noGrp="1"/>
          </p:cNvSpPr>
          <p:nvPr/>
        </p:nvSpPr>
        <p:spPr>
          <a:xfrm xmlns:a="http://schemas.openxmlformats.org/drawingml/2006/main">
            <a:off x="742950" y="1847850"/>
            <a:ext cx="2381250" cy="125730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9" name="">
            <a:extLst xmlns:a="http://schemas.openxmlformats.org/drawingml/2006/main">
              <a:ext uri="{FF2B5EF4-FFF2-40B4-BE49-F238E27FC236}">
                <a16:creationId xmlns:a16="http://schemas.microsoft.com/office/drawing/2014/main" id="{8C25EABA-E5AC-4FEF-9CDE-825C98D18F59}"/>
              </a:ext>
            </a:extLst>
          </p:cNvPr>
          <p:cNvSpPr>
            <a:spLocks xmlns:a="http://schemas.openxmlformats.org/drawingml/2006/main" noGrp="1"/>
          </p:cNvSpPr>
          <p:nvPr/>
        </p:nvSpPr>
        <p:spPr>
          <a:xfrm xmlns:a="http://schemas.openxmlformats.org/drawingml/2006/main">
            <a:off x="857250" y="2000250"/>
            <a:ext cx="2152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98039"/>
          </a:bodyPr>
          <a:lstStyle xmlns:a="http://schemas.openxmlformats.org/drawingml/2006/main"/>
          <a:p xmlns:a="http://schemas.openxmlformats.org/drawingml/2006/main">
            <a:pPr algn="ctr">
              <a:lnSpc>
                <a:spcPct val="105000"/>
              </a:lnSpc>
              <a:buNone/>
              <a:defRPr sz="2550" b="1">
                <a:solidFill>
                  <a:srgbClr val="DC2626"/>
                </a:solidFill>
                <a:latin typeface="Noto Sans Khmer"/>
                <a:ea typeface="Noto Sans Khmer"/>
                <a:cs typeface="Noto Sans Khmer"/>
              </a:defRPr>
            </a:pPr>
            <a:r>
              <a:rPr sz="2550" b="1">
                <a:solidFill>
                  <a:srgbClr val="DC2626"/>
                </a:solidFill>
                <a:latin typeface="Noto Sans Khmer"/>
                <a:ea typeface="Noto Sans Khmer"/>
                <a:cs typeface="Noto Sans Khmer"/>
              </a:rPr>
              <a:t>3,113</a:t>
            </a:r>
          </a:p>
        </p:txBody>
      </p:sp>
      <p:sp>
        <p:nvSpPr>
          <p:cNvPr id="10" name="">
            <a:extLst xmlns:a="http://schemas.openxmlformats.org/drawingml/2006/main">
              <a:ext uri="{FF2B5EF4-FFF2-40B4-BE49-F238E27FC236}">
                <a16:creationId xmlns:a16="http://schemas.microsoft.com/office/drawing/2014/main" id="{CD621C04-11C8-4666-8CAE-719330FBDF88}"/>
              </a:ext>
            </a:extLst>
          </p:cNvPr>
          <p:cNvSpPr>
            <a:spLocks xmlns:a="http://schemas.openxmlformats.org/drawingml/2006/main" noGrp="1"/>
          </p:cNvSpPr>
          <p:nvPr/>
        </p:nvSpPr>
        <p:spPr>
          <a:xfrm xmlns:a="http://schemas.openxmlformats.org/drawingml/2006/main">
            <a:off x="857250" y="2533650"/>
            <a:ext cx="2152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ctr">
              <a:lnSpc>
                <a:spcPct val="105000"/>
              </a:lnSpc>
              <a:buNone/>
              <a:defRPr sz="1125" b="1">
                <a:solidFill>
                  <a:srgbClr val="0B0B0B"/>
                </a:solidFill>
                <a:latin typeface="Noto Sans Khmer"/>
                <a:ea typeface="Noto Sans Khmer"/>
                <a:cs typeface="Noto Sans Khmer"/>
              </a:defRPr>
            </a:pPr>
            <a:r>
              <a:rPr sz="1125" b="1">
                <a:solidFill>
                  <a:srgbClr val="0B0B0B"/>
                </a:solidFill>
                <a:latin typeface="Noto Sans Khmer"/>
                <a:ea typeface="Noto Sans Khmer"/>
                <a:cs typeface="Noto Sans Khmer"/>
              </a:rPr>
              <a:t>road deaths in Cambodia, 2021, cited from WHO 2023</a:t>
            </a:r>
          </a:p>
        </p:txBody>
      </p:sp>
      <p:sp>
        <p:nvSpPr>
          <p:cNvPr id="11" name="">
            <a:extLst xmlns:a="http://schemas.openxmlformats.org/drawingml/2006/main">
              <a:ext uri="{FF2B5EF4-FFF2-40B4-BE49-F238E27FC236}">
                <a16:creationId xmlns:a16="http://schemas.microsoft.com/office/drawing/2014/main" id="{5C12C435-26B2-483F-B031-13469D109B4C}"/>
              </a:ext>
            </a:extLst>
          </p:cNvPr>
          <p:cNvSpPr>
            <a:spLocks xmlns:a="http://schemas.openxmlformats.org/drawingml/2006/main" noGrp="1"/>
          </p:cNvSpPr>
          <p:nvPr/>
        </p:nvSpPr>
        <p:spPr>
          <a:xfrm xmlns:a="http://schemas.openxmlformats.org/drawingml/2006/main">
            <a:off x="3543300" y="1905000"/>
            <a:ext cx="2381250" cy="125730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12" name="">
            <a:extLst xmlns:a="http://schemas.openxmlformats.org/drawingml/2006/main">
              <a:ext uri="{FF2B5EF4-FFF2-40B4-BE49-F238E27FC236}">
                <a16:creationId xmlns:a16="http://schemas.microsoft.com/office/drawing/2014/main" id="{5DEBEDB5-3D2A-4D59-AEFA-BE6397AC4AB9}"/>
              </a:ext>
            </a:extLst>
          </p:cNvPr>
          <p:cNvSpPr>
            <a:spLocks xmlns:a="http://schemas.openxmlformats.org/drawingml/2006/main" noGrp="1"/>
          </p:cNvSpPr>
          <p:nvPr/>
        </p:nvSpPr>
        <p:spPr>
          <a:xfrm xmlns:a="http://schemas.openxmlformats.org/drawingml/2006/main">
            <a:off x="3486150" y="1847850"/>
            <a:ext cx="2381250" cy="125730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13" name="">
            <a:extLst xmlns:a="http://schemas.openxmlformats.org/drawingml/2006/main">
              <a:ext uri="{FF2B5EF4-FFF2-40B4-BE49-F238E27FC236}">
                <a16:creationId xmlns:a16="http://schemas.microsoft.com/office/drawing/2014/main" id="{63D21D68-EFDA-4524-AAA2-EBBB86C2301C}"/>
              </a:ext>
            </a:extLst>
          </p:cNvPr>
          <p:cNvSpPr>
            <a:spLocks xmlns:a="http://schemas.openxmlformats.org/drawingml/2006/main" noGrp="1"/>
          </p:cNvSpPr>
          <p:nvPr/>
        </p:nvSpPr>
        <p:spPr>
          <a:xfrm xmlns:a="http://schemas.openxmlformats.org/drawingml/2006/main">
            <a:off x="3600450" y="2000250"/>
            <a:ext cx="2152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98039"/>
          </a:bodyPr>
          <a:lstStyle xmlns:a="http://schemas.openxmlformats.org/drawingml/2006/main"/>
          <a:p xmlns:a="http://schemas.openxmlformats.org/drawingml/2006/main">
            <a:pPr algn="ctr">
              <a:lnSpc>
                <a:spcPct val="105000"/>
              </a:lnSpc>
              <a:buNone/>
              <a:defRPr sz="2550" b="1">
                <a:solidFill>
                  <a:srgbClr val="F97316"/>
                </a:solidFill>
                <a:latin typeface="Noto Sans Khmer"/>
                <a:ea typeface="Noto Sans Khmer"/>
                <a:cs typeface="Noto Sans Khmer"/>
              </a:defRPr>
            </a:pPr>
            <a:r>
              <a:rPr sz="2550" b="1">
                <a:solidFill>
                  <a:srgbClr val="F97316"/>
                </a:solidFill>
                <a:latin typeface="Noto Sans Khmer"/>
                <a:ea typeface="Noto Sans Khmer"/>
                <a:cs typeface="Noto Sans Khmer"/>
              </a:rPr>
              <a:t>12-18</a:t>
            </a:r>
          </a:p>
        </p:txBody>
      </p:sp>
      <p:sp>
        <p:nvSpPr>
          <p:cNvPr id="14" name="">
            <a:extLst xmlns:a="http://schemas.openxmlformats.org/drawingml/2006/main">
              <a:ext uri="{FF2B5EF4-FFF2-40B4-BE49-F238E27FC236}">
                <a16:creationId xmlns:a16="http://schemas.microsoft.com/office/drawing/2014/main" id="{05998674-9D3D-4319-BF27-C8F396085430}"/>
              </a:ext>
            </a:extLst>
          </p:cNvPr>
          <p:cNvSpPr>
            <a:spLocks xmlns:a="http://schemas.openxmlformats.org/drawingml/2006/main" noGrp="1"/>
          </p:cNvSpPr>
          <p:nvPr/>
        </p:nvSpPr>
        <p:spPr>
          <a:xfrm xmlns:a="http://schemas.openxmlformats.org/drawingml/2006/main">
            <a:off x="3600450" y="2533650"/>
            <a:ext cx="2152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ctr">
              <a:lnSpc>
                <a:spcPct val="105000"/>
              </a:lnSpc>
              <a:buNone/>
              <a:defRPr sz="1125" b="1">
                <a:solidFill>
                  <a:srgbClr val="0B0B0B"/>
                </a:solidFill>
                <a:latin typeface="Noto Sans Khmer"/>
                <a:ea typeface="Noto Sans Khmer"/>
                <a:cs typeface="Noto Sans Khmer"/>
              </a:defRPr>
            </a:pPr>
            <a:r>
              <a:rPr sz="1125" b="1">
                <a:solidFill>
                  <a:srgbClr val="0B0B0B"/>
                </a:solidFill>
                <a:latin typeface="Noto Sans Khmer"/>
                <a:ea typeface="Noto Sans Khmer"/>
                <a:cs typeface="Noto Sans Khmer"/>
              </a:rPr>
              <a:t>youth users most exposed to the education gap</a:t>
            </a:r>
          </a:p>
        </p:txBody>
      </p:sp>
      <p:sp>
        <p:nvSpPr>
          <p:cNvPr id="15" name="">
            <a:extLst xmlns:a="http://schemas.openxmlformats.org/drawingml/2006/main">
              <a:ext uri="{FF2B5EF4-FFF2-40B4-BE49-F238E27FC236}">
                <a16:creationId xmlns:a16="http://schemas.microsoft.com/office/drawing/2014/main" id="{CDC1F1CE-5227-483B-8049-59033053A4B1}"/>
              </a:ext>
            </a:extLst>
          </p:cNvPr>
          <p:cNvSpPr>
            <a:spLocks xmlns:a="http://schemas.openxmlformats.org/drawingml/2006/main" noGrp="1"/>
          </p:cNvSpPr>
          <p:nvPr/>
        </p:nvSpPr>
        <p:spPr>
          <a:xfrm xmlns:a="http://schemas.openxmlformats.org/drawingml/2006/main">
            <a:off x="6286500" y="1905000"/>
            <a:ext cx="2381250" cy="125730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16" name="">
            <a:extLst xmlns:a="http://schemas.openxmlformats.org/drawingml/2006/main">
              <a:ext uri="{FF2B5EF4-FFF2-40B4-BE49-F238E27FC236}">
                <a16:creationId xmlns:a16="http://schemas.microsoft.com/office/drawing/2014/main" id="{D8BB4378-7AD3-444F-A6BE-1F1BF0D7AF71}"/>
              </a:ext>
            </a:extLst>
          </p:cNvPr>
          <p:cNvSpPr>
            <a:spLocks xmlns:a="http://schemas.openxmlformats.org/drawingml/2006/main" noGrp="1"/>
          </p:cNvSpPr>
          <p:nvPr/>
        </p:nvSpPr>
        <p:spPr>
          <a:xfrm xmlns:a="http://schemas.openxmlformats.org/drawingml/2006/main">
            <a:off x="6229350" y="1847850"/>
            <a:ext cx="2381250" cy="125730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17" name="">
            <a:extLst xmlns:a="http://schemas.openxmlformats.org/drawingml/2006/main">
              <a:ext uri="{FF2B5EF4-FFF2-40B4-BE49-F238E27FC236}">
                <a16:creationId xmlns:a16="http://schemas.microsoft.com/office/drawing/2014/main" id="{802C7055-B414-4692-9AB7-C90E9A4035DB}"/>
              </a:ext>
            </a:extLst>
          </p:cNvPr>
          <p:cNvSpPr>
            <a:spLocks xmlns:a="http://schemas.openxmlformats.org/drawingml/2006/main" noGrp="1"/>
          </p:cNvSpPr>
          <p:nvPr/>
        </p:nvSpPr>
        <p:spPr>
          <a:xfrm xmlns:a="http://schemas.openxmlformats.org/drawingml/2006/main">
            <a:off x="6343650" y="2000250"/>
            <a:ext cx="2152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98039"/>
          </a:bodyPr>
          <a:lstStyle xmlns:a="http://schemas.openxmlformats.org/drawingml/2006/main"/>
          <a:p xmlns:a="http://schemas.openxmlformats.org/drawingml/2006/main">
            <a:pPr algn="ctr">
              <a:lnSpc>
                <a:spcPct val="105000"/>
              </a:lnSpc>
              <a:buNone/>
              <a:defRPr sz="2550" b="1">
                <a:solidFill>
                  <a:srgbClr val="2563EB"/>
                </a:solidFill>
                <a:latin typeface="Noto Sans Khmer"/>
                <a:ea typeface="Noto Sans Khmer"/>
                <a:cs typeface="Noto Sans Khmer"/>
              </a:defRPr>
            </a:pPr>
            <a:r>
              <a:rPr sz="2550" b="1">
                <a:solidFill>
                  <a:srgbClr val="2563EB"/>
                </a:solidFill>
                <a:latin typeface="Noto Sans Khmer"/>
                <a:ea typeface="Noto Sans Khmer"/>
                <a:cs typeface="Noto Sans Khmer"/>
              </a:rPr>
              <a:t>KH-EN</a:t>
            </a:r>
          </a:p>
        </p:txBody>
      </p:sp>
      <p:sp>
        <p:nvSpPr>
          <p:cNvPr id="18" name="">
            <a:extLst xmlns:a="http://schemas.openxmlformats.org/drawingml/2006/main">
              <a:ext uri="{FF2B5EF4-FFF2-40B4-BE49-F238E27FC236}">
                <a16:creationId xmlns:a16="http://schemas.microsoft.com/office/drawing/2014/main" id="{ADC0D045-9498-4E35-9B52-919C9C7E913F}"/>
              </a:ext>
            </a:extLst>
          </p:cNvPr>
          <p:cNvSpPr>
            <a:spLocks xmlns:a="http://schemas.openxmlformats.org/drawingml/2006/main" noGrp="1"/>
          </p:cNvSpPr>
          <p:nvPr/>
        </p:nvSpPr>
        <p:spPr>
          <a:xfrm xmlns:a="http://schemas.openxmlformats.org/drawingml/2006/main">
            <a:off x="6343650" y="2533650"/>
            <a:ext cx="2152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ctr">
              <a:lnSpc>
                <a:spcPct val="105000"/>
              </a:lnSpc>
              <a:buNone/>
              <a:defRPr sz="1125" b="1">
                <a:solidFill>
                  <a:srgbClr val="0B0B0B"/>
                </a:solidFill>
                <a:latin typeface="Noto Sans Khmer"/>
                <a:ea typeface="Noto Sans Khmer"/>
                <a:cs typeface="Noto Sans Khmer"/>
              </a:defRPr>
            </a:pPr>
            <a:r>
              <a:rPr sz="1125" b="1">
                <a:solidFill>
                  <a:srgbClr val="0B0B0B"/>
                </a:solidFill>
                <a:latin typeface="Noto Sans Khmer"/>
                <a:ea typeface="Noto Sans Khmer"/>
                <a:cs typeface="Noto Sans Khmer"/>
              </a:rPr>
              <a:t>Khmer-English content built for Cambodia</a:t>
            </a:r>
          </a:p>
        </p:txBody>
      </p:sp>
      <p:sp>
        <p:nvSpPr>
          <p:cNvPr id="19" name="">
            <a:extLst xmlns:a="http://schemas.openxmlformats.org/drawingml/2006/main">
              <a:ext uri="{FF2B5EF4-FFF2-40B4-BE49-F238E27FC236}">
                <a16:creationId xmlns:a16="http://schemas.microsoft.com/office/drawing/2014/main" id="{D28A2039-AE46-48B9-8506-642C27E7283E}"/>
              </a:ext>
            </a:extLst>
          </p:cNvPr>
          <p:cNvSpPr>
            <a:spLocks xmlns:a="http://schemas.openxmlformats.org/drawingml/2006/main" noGrp="1"/>
          </p:cNvSpPr>
          <p:nvPr/>
        </p:nvSpPr>
        <p:spPr>
          <a:xfrm xmlns:a="http://schemas.openxmlformats.org/drawingml/2006/main">
            <a:off x="9029700" y="1905000"/>
            <a:ext cx="2381250" cy="125730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20" name="">
            <a:extLst xmlns:a="http://schemas.openxmlformats.org/drawingml/2006/main">
              <a:ext uri="{FF2B5EF4-FFF2-40B4-BE49-F238E27FC236}">
                <a16:creationId xmlns:a16="http://schemas.microsoft.com/office/drawing/2014/main" id="{7688E3F2-AB90-4A8C-9CE9-8C562208EF4A}"/>
              </a:ext>
            </a:extLst>
          </p:cNvPr>
          <p:cNvSpPr>
            <a:spLocks xmlns:a="http://schemas.openxmlformats.org/drawingml/2006/main" noGrp="1"/>
          </p:cNvSpPr>
          <p:nvPr/>
        </p:nvSpPr>
        <p:spPr>
          <a:xfrm xmlns:a="http://schemas.openxmlformats.org/drawingml/2006/main">
            <a:off x="8972550" y="1847850"/>
            <a:ext cx="2381250" cy="125730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21" name="">
            <a:extLst xmlns:a="http://schemas.openxmlformats.org/drawingml/2006/main">
              <a:ext uri="{FF2B5EF4-FFF2-40B4-BE49-F238E27FC236}">
                <a16:creationId xmlns:a16="http://schemas.microsoft.com/office/drawing/2014/main" id="{B036DFF0-B733-4CC5-8FC8-74DF0F80657A}"/>
              </a:ext>
            </a:extLst>
          </p:cNvPr>
          <p:cNvSpPr>
            <a:spLocks xmlns:a="http://schemas.openxmlformats.org/drawingml/2006/main" noGrp="1"/>
          </p:cNvSpPr>
          <p:nvPr/>
        </p:nvSpPr>
        <p:spPr>
          <a:xfrm xmlns:a="http://schemas.openxmlformats.org/drawingml/2006/main">
            <a:off x="9086850" y="2000250"/>
            <a:ext cx="2152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98039"/>
          </a:bodyPr>
          <a:lstStyle xmlns:a="http://schemas.openxmlformats.org/drawingml/2006/main"/>
          <a:p xmlns:a="http://schemas.openxmlformats.org/drawingml/2006/main">
            <a:pPr algn="ctr">
              <a:lnSpc>
                <a:spcPct val="105000"/>
              </a:lnSpc>
              <a:buNone/>
              <a:defRPr sz="2550" b="1">
                <a:solidFill>
                  <a:srgbClr val="16A34A"/>
                </a:solidFill>
                <a:latin typeface="Noto Sans Khmer"/>
                <a:ea typeface="Noto Sans Khmer"/>
                <a:cs typeface="Noto Sans Khmer"/>
              </a:defRPr>
            </a:pPr>
            <a:r>
              <a:rPr sz="2550" b="1">
                <a:solidFill>
                  <a:srgbClr val="16A34A"/>
                </a:solidFill>
                <a:latin typeface="Noto Sans Khmer"/>
                <a:ea typeface="Noto Sans Khmer"/>
                <a:cs typeface="Noto Sans Khmer"/>
              </a:rPr>
              <a:t>SDG 4/11</a:t>
            </a:r>
          </a:p>
        </p:txBody>
      </p:sp>
      <p:sp>
        <p:nvSpPr>
          <p:cNvPr id="22" name="">
            <a:extLst xmlns:a="http://schemas.openxmlformats.org/drawingml/2006/main">
              <a:ext uri="{FF2B5EF4-FFF2-40B4-BE49-F238E27FC236}">
                <a16:creationId xmlns:a16="http://schemas.microsoft.com/office/drawing/2014/main" id="{C7766A96-9B1B-41B0-9474-AE613CD8F1ED}"/>
              </a:ext>
            </a:extLst>
          </p:cNvPr>
          <p:cNvSpPr>
            <a:spLocks xmlns:a="http://schemas.openxmlformats.org/drawingml/2006/main" noGrp="1"/>
          </p:cNvSpPr>
          <p:nvPr/>
        </p:nvSpPr>
        <p:spPr>
          <a:xfrm xmlns:a="http://schemas.openxmlformats.org/drawingml/2006/main">
            <a:off x="9086850" y="2533650"/>
            <a:ext cx="2152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ctr">
              <a:lnSpc>
                <a:spcPct val="105000"/>
              </a:lnSpc>
              <a:buNone/>
              <a:defRPr sz="1125" b="1">
                <a:solidFill>
                  <a:srgbClr val="0B0B0B"/>
                </a:solidFill>
                <a:latin typeface="Noto Sans Khmer"/>
                <a:ea typeface="Noto Sans Khmer"/>
                <a:cs typeface="Noto Sans Khmer"/>
              </a:defRPr>
            </a:pPr>
            <a:r>
              <a:rPr sz="1125" b="1">
                <a:solidFill>
                  <a:srgbClr val="0B0B0B"/>
                </a:solidFill>
                <a:latin typeface="Noto Sans Khmer"/>
                <a:ea typeface="Noto Sans Khmer"/>
                <a:cs typeface="Noto Sans Khmer"/>
              </a:rPr>
              <a:t>education plus sustainable communities</a:t>
            </a:r>
          </a:p>
        </p:txBody>
      </p:sp>
      <p:sp>
        <p:nvSpPr>
          <p:cNvPr id="23" name="">
            <a:extLst xmlns:a="http://schemas.openxmlformats.org/drawingml/2006/main">
              <a:ext uri="{FF2B5EF4-FFF2-40B4-BE49-F238E27FC236}">
                <a16:creationId xmlns:a16="http://schemas.microsoft.com/office/drawing/2014/main" id="{0B9D20AB-2B30-42E7-9C5C-FE735B9E8E35}"/>
              </a:ext>
            </a:extLst>
          </p:cNvPr>
          <p:cNvSpPr>
            <a:spLocks xmlns:a="http://schemas.openxmlformats.org/drawingml/2006/main" noGrp="1"/>
          </p:cNvSpPr>
          <p:nvPr/>
        </p:nvSpPr>
        <p:spPr>
          <a:xfrm xmlns:a="http://schemas.openxmlformats.org/drawingml/2006/main">
            <a:off x="1028700" y="3962400"/>
            <a:ext cx="3048000" cy="167640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24" name="">
            <a:extLst xmlns:a="http://schemas.openxmlformats.org/drawingml/2006/main">
              <a:ext uri="{FF2B5EF4-FFF2-40B4-BE49-F238E27FC236}">
                <a16:creationId xmlns:a16="http://schemas.microsoft.com/office/drawing/2014/main" id="{C6ECC418-81FE-417C-8118-CB0E5616632D}"/>
              </a:ext>
            </a:extLst>
          </p:cNvPr>
          <p:cNvSpPr>
            <a:spLocks xmlns:a="http://schemas.openxmlformats.org/drawingml/2006/main" noGrp="1"/>
          </p:cNvSpPr>
          <p:nvPr/>
        </p:nvSpPr>
        <p:spPr>
          <a:xfrm xmlns:a="http://schemas.openxmlformats.org/drawingml/2006/main">
            <a:off x="952500" y="3886200"/>
            <a:ext cx="3048000" cy="167640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25" name="">
            <a:extLst xmlns:a="http://schemas.openxmlformats.org/drawingml/2006/main">
              <a:ext uri="{FF2B5EF4-FFF2-40B4-BE49-F238E27FC236}">
                <a16:creationId xmlns:a16="http://schemas.microsoft.com/office/drawing/2014/main" id="{617B7A9E-5445-4EAD-A49E-35BD4B0F1100}"/>
              </a:ext>
            </a:extLst>
          </p:cNvPr>
          <p:cNvSpPr>
            <a:spLocks xmlns:a="http://schemas.openxmlformats.org/drawingml/2006/main" noGrp="1"/>
          </p:cNvSpPr>
          <p:nvPr/>
        </p:nvSpPr>
        <p:spPr>
          <a:xfrm xmlns:a="http://schemas.openxmlformats.org/drawingml/2006/main">
            <a:off x="952500" y="3886200"/>
            <a:ext cx="3048000" cy="323850"/>
          </a:xfrm>
          <a:prstGeom xmlns:a="http://schemas.openxmlformats.org/drawingml/2006/main" prst="rect">
            <a:avLst/>
          </a:prstGeom>
          <a:solidFill xmlns:a="http://schemas.openxmlformats.org/drawingml/2006/main">
            <a:srgbClr val="DC2626"/>
          </a:solidFill>
          <a:ln xmlns:a="http://schemas.openxmlformats.org/drawingml/2006/main" w="0">
            <a:solidFill>
              <a:srgbClr val="0B0B0B"/>
            </a:solidFill>
            <a:prstDash val="solid"/>
          </a:ln>
        </p:spPr>
      </p:sp>
      <p:sp>
        <p:nvSpPr>
          <p:cNvPr id="26" name="">
            <a:extLst xmlns:a="http://schemas.openxmlformats.org/drawingml/2006/main">
              <a:ext uri="{FF2B5EF4-FFF2-40B4-BE49-F238E27FC236}">
                <a16:creationId xmlns:a16="http://schemas.microsoft.com/office/drawing/2014/main" id="{B6702B9E-F084-44DC-A7F3-C2B65F1B66DF}"/>
              </a:ext>
            </a:extLst>
          </p:cNvPr>
          <p:cNvSpPr>
            <a:spLocks xmlns:a="http://schemas.openxmlformats.org/drawingml/2006/main" noGrp="1"/>
          </p:cNvSpPr>
          <p:nvPr/>
        </p:nvSpPr>
        <p:spPr>
          <a:xfrm xmlns:a="http://schemas.openxmlformats.org/drawingml/2006/main">
            <a:off x="1085850" y="3943350"/>
            <a:ext cx="2781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lnSpc>
                <a:spcPct val="105000"/>
              </a:lnSpc>
              <a:buNone/>
              <a:defRPr sz="975" b="1">
                <a:solidFill>
                  <a:srgbClr val="0B0B0B"/>
                </a:solidFill>
                <a:latin typeface="Noto Sans Khmer"/>
                <a:ea typeface="Noto Sans Khmer"/>
                <a:cs typeface="Noto Sans Khmer"/>
              </a:defRPr>
            </a:pPr>
            <a:r>
              <a:rPr sz="975" b="1">
                <a:solidFill>
                  <a:srgbClr val="0B0B0B"/>
                </a:solidFill>
                <a:latin typeface="Noto Sans Khmer"/>
                <a:ea typeface="Noto Sans Khmer"/>
                <a:cs typeface="Noto Sans Khmer"/>
              </a:rPr>
              <a:t>GAP</a:t>
            </a:r>
          </a:p>
        </p:txBody>
      </p:sp>
      <p:sp>
        <p:nvSpPr>
          <p:cNvPr id="27" name="">
            <a:extLst xmlns:a="http://schemas.openxmlformats.org/drawingml/2006/main">
              <a:ext uri="{FF2B5EF4-FFF2-40B4-BE49-F238E27FC236}">
                <a16:creationId xmlns:a16="http://schemas.microsoft.com/office/drawing/2014/main" id="{198DB7BF-2CE7-4C58-BCBC-71464D5AEB98}"/>
              </a:ext>
            </a:extLst>
          </p:cNvPr>
          <p:cNvSpPr>
            <a:spLocks xmlns:a="http://schemas.openxmlformats.org/drawingml/2006/main" noGrp="1"/>
          </p:cNvSpPr>
          <p:nvPr/>
        </p:nvSpPr>
        <p:spPr>
          <a:xfrm xmlns:a="http://schemas.openxmlformats.org/drawingml/2006/main">
            <a:off x="1123950" y="4381500"/>
            <a:ext cx="2705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0000"/>
              </a:lnSpc>
              <a:buNone/>
              <a:defRPr sz="1800" b="1">
                <a:solidFill>
                  <a:srgbClr val="0B0B0B"/>
                </a:solidFill>
                <a:latin typeface="Noto Sans Khmer"/>
                <a:ea typeface="Noto Sans Khmer"/>
                <a:cs typeface="Noto Sans Khmer"/>
              </a:defRPr>
            </a:pPr>
            <a:r>
              <a:rPr sz="1800" b="1">
                <a:solidFill>
                  <a:srgbClr val="0B0B0B"/>
                </a:solidFill>
                <a:latin typeface="Noto Sans Khmer"/>
                <a:ea typeface="Noto Sans Khmer"/>
                <a:cs typeface="Noto Sans Khmer"/>
              </a:rPr>
              <a:t>Content is hard to use</a:t>
            </a:r>
          </a:p>
        </p:txBody>
      </p:sp>
      <p:sp>
        <p:nvSpPr>
          <p:cNvPr id="28" name="">
            <a:extLst xmlns:a="http://schemas.openxmlformats.org/drawingml/2006/main">
              <a:ext uri="{FF2B5EF4-FFF2-40B4-BE49-F238E27FC236}">
                <a16:creationId xmlns:a16="http://schemas.microsoft.com/office/drawing/2014/main" id="{F0FCFD71-52E8-4FFB-810C-D0E41401A868}"/>
              </a:ext>
            </a:extLst>
          </p:cNvPr>
          <p:cNvSpPr>
            <a:spLocks xmlns:a="http://schemas.openxmlformats.org/drawingml/2006/main" noGrp="1"/>
          </p:cNvSpPr>
          <p:nvPr/>
        </p:nvSpPr>
        <p:spPr>
          <a:xfrm xmlns:a="http://schemas.openxmlformats.org/drawingml/2006/main">
            <a:off x="1123950" y="4914900"/>
            <a:ext cx="2705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12000"/>
              </a:lnSpc>
              <a:buNone/>
              <a:defRPr sz="1050" b="0">
                <a:solidFill>
                  <a:srgbClr val="303030"/>
                </a:solidFill>
                <a:latin typeface="Noto Sans Khmer"/>
                <a:ea typeface="Noto Sans Khmer"/>
                <a:cs typeface="Noto Sans Khmer"/>
              </a:defRPr>
            </a:pPr>
            <a:r>
              <a:rPr sz="1050" b="0">
                <a:solidFill>
                  <a:srgbClr val="303030"/>
                </a:solidFill>
                <a:latin typeface="Noto Sans Khmer"/>
                <a:ea typeface="Noto Sans Khmer"/>
                <a:cs typeface="Noto Sans Khmer"/>
              </a:rPr>
              <a:t>Many resources are foreign-language, PDF-based, or not structured for practice.</a:t>
            </a:r>
          </a:p>
        </p:txBody>
      </p:sp>
      <p:sp>
        <p:nvSpPr>
          <p:cNvPr id="29" name="">
            <a:extLst xmlns:a="http://schemas.openxmlformats.org/drawingml/2006/main">
              <a:ext uri="{FF2B5EF4-FFF2-40B4-BE49-F238E27FC236}">
                <a16:creationId xmlns:a16="http://schemas.microsoft.com/office/drawing/2014/main" id="{833537B0-1B3B-4F71-A43E-2DDF0A3076D6}"/>
              </a:ext>
            </a:extLst>
          </p:cNvPr>
          <p:cNvSpPr>
            <a:spLocks xmlns:a="http://schemas.openxmlformats.org/drawingml/2006/main" noGrp="1"/>
          </p:cNvSpPr>
          <p:nvPr/>
        </p:nvSpPr>
        <p:spPr>
          <a:xfrm xmlns:a="http://schemas.openxmlformats.org/drawingml/2006/main">
            <a:off x="4648200" y="3962400"/>
            <a:ext cx="3048000" cy="167640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30" name="">
            <a:extLst xmlns:a="http://schemas.openxmlformats.org/drawingml/2006/main">
              <a:ext uri="{FF2B5EF4-FFF2-40B4-BE49-F238E27FC236}">
                <a16:creationId xmlns:a16="http://schemas.microsoft.com/office/drawing/2014/main" id="{214953C6-CC51-483E-96D6-DAD7CAD15E5D}"/>
              </a:ext>
            </a:extLst>
          </p:cNvPr>
          <p:cNvSpPr>
            <a:spLocks xmlns:a="http://schemas.openxmlformats.org/drawingml/2006/main" noGrp="1"/>
          </p:cNvSpPr>
          <p:nvPr/>
        </p:nvSpPr>
        <p:spPr>
          <a:xfrm xmlns:a="http://schemas.openxmlformats.org/drawingml/2006/main">
            <a:off x="4572000" y="3886200"/>
            <a:ext cx="3048000" cy="167640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31" name="">
            <a:extLst xmlns:a="http://schemas.openxmlformats.org/drawingml/2006/main">
              <a:ext uri="{FF2B5EF4-FFF2-40B4-BE49-F238E27FC236}">
                <a16:creationId xmlns:a16="http://schemas.microsoft.com/office/drawing/2014/main" id="{0CC9E11F-FAF5-40DA-9D7E-4EB9E720919A}"/>
              </a:ext>
            </a:extLst>
          </p:cNvPr>
          <p:cNvSpPr>
            <a:spLocks xmlns:a="http://schemas.openxmlformats.org/drawingml/2006/main" noGrp="1"/>
          </p:cNvSpPr>
          <p:nvPr/>
        </p:nvSpPr>
        <p:spPr>
          <a:xfrm xmlns:a="http://schemas.openxmlformats.org/drawingml/2006/main">
            <a:off x="4572000" y="3886200"/>
            <a:ext cx="3048000" cy="323850"/>
          </a:xfrm>
          <a:prstGeom xmlns:a="http://schemas.openxmlformats.org/drawingml/2006/main" prst="rect">
            <a:avLst/>
          </a:prstGeom>
          <a:solidFill xmlns:a="http://schemas.openxmlformats.org/drawingml/2006/main">
            <a:srgbClr val="F97316"/>
          </a:solidFill>
          <a:ln xmlns:a="http://schemas.openxmlformats.org/drawingml/2006/main" w="0">
            <a:solidFill>
              <a:srgbClr val="0B0B0B"/>
            </a:solidFill>
            <a:prstDash val="solid"/>
          </a:ln>
        </p:spPr>
      </p:sp>
      <p:sp>
        <p:nvSpPr>
          <p:cNvPr id="32" name="">
            <a:extLst xmlns:a="http://schemas.openxmlformats.org/drawingml/2006/main">
              <a:ext uri="{FF2B5EF4-FFF2-40B4-BE49-F238E27FC236}">
                <a16:creationId xmlns:a16="http://schemas.microsoft.com/office/drawing/2014/main" id="{2A702E5D-94B5-4AC3-8959-D5D05132F525}"/>
              </a:ext>
            </a:extLst>
          </p:cNvPr>
          <p:cNvSpPr>
            <a:spLocks xmlns:a="http://schemas.openxmlformats.org/drawingml/2006/main" noGrp="1"/>
          </p:cNvSpPr>
          <p:nvPr/>
        </p:nvSpPr>
        <p:spPr>
          <a:xfrm xmlns:a="http://schemas.openxmlformats.org/drawingml/2006/main">
            <a:off x="4705350" y="3943350"/>
            <a:ext cx="2781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lnSpc>
                <a:spcPct val="105000"/>
              </a:lnSpc>
              <a:buNone/>
              <a:defRPr sz="975" b="1">
                <a:solidFill>
                  <a:srgbClr val="0B0B0B"/>
                </a:solidFill>
                <a:latin typeface="Noto Sans Khmer"/>
                <a:ea typeface="Noto Sans Khmer"/>
                <a:cs typeface="Noto Sans Khmer"/>
              </a:defRPr>
            </a:pPr>
            <a:r>
              <a:rPr sz="975" b="1">
                <a:solidFill>
                  <a:srgbClr val="0B0B0B"/>
                </a:solidFill>
                <a:latin typeface="Noto Sans Khmer"/>
                <a:ea typeface="Noto Sans Khmer"/>
                <a:cs typeface="Noto Sans Khmer"/>
              </a:rPr>
              <a:t>GAP</a:t>
            </a:r>
          </a:p>
        </p:txBody>
      </p:sp>
      <p:sp>
        <p:nvSpPr>
          <p:cNvPr id="33" name="">
            <a:extLst xmlns:a="http://schemas.openxmlformats.org/drawingml/2006/main">
              <a:ext uri="{FF2B5EF4-FFF2-40B4-BE49-F238E27FC236}">
                <a16:creationId xmlns:a16="http://schemas.microsoft.com/office/drawing/2014/main" id="{15E79628-CC64-4750-82AE-8F858674A47E}"/>
              </a:ext>
            </a:extLst>
          </p:cNvPr>
          <p:cNvSpPr>
            <a:spLocks xmlns:a="http://schemas.openxmlformats.org/drawingml/2006/main" noGrp="1"/>
          </p:cNvSpPr>
          <p:nvPr/>
        </p:nvSpPr>
        <p:spPr>
          <a:xfrm xmlns:a="http://schemas.openxmlformats.org/drawingml/2006/main">
            <a:off x="4743450" y="4381500"/>
            <a:ext cx="2705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0000"/>
              </a:lnSpc>
              <a:buNone/>
              <a:defRPr sz="1800" b="1">
                <a:solidFill>
                  <a:srgbClr val="0B0B0B"/>
                </a:solidFill>
                <a:latin typeface="Noto Sans Khmer"/>
                <a:ea typeface="Noto Sans Khmer"/>
                <a:cs typeface="Noto Sans Khmer"/>
              </a:defRPr>
            </a:pPr>
            <a:r>
              <a:rPr sz="1800" b="1">
                <a:solidFill>
                  <a:srgbClr val="0B0B0B"/>
                </a:solidFill>
                <a:latin typeface="Noto Sans Khmer"/>
                <a:ea typeface="Noto Sans Khmer"/>
                <a:cs typeface="Noto Sans Khmer"/>
              </a:rPr>
              <a:t>Teachers lack tools</a:t>
            </a:r>
          </a:p>
        </p:txBody>
      </p:sp>
      <p:sp>
        <p:nvSpPr>
          <p:cNvPr id="34" name="">
            <a:extLst xmlns:a="http://schemas.openxmlformats.org/drawingml/2006/main">
              <a:ext uri="{FF2B5EF4-FFF2-40B4-BE49-F238E27FC236}">
                <a16:creationId xmlns:a16="http://schemas.microsoft.com/office/drawing/2014/main" id="{315C9CD6-6FC5-40EF-A283-C52AD0D0DB2F}"/>
              </a:ext>
            </a:extLst>
          </p:cNvPr>
          <p:cNvSpPr>
            <a:spLocks xmlns:a="http://schemas.openxmlformats.org/drawingml/2006/main" noGrp="1"/>
          </p:cNvSpPr>
          <p:nvPr/>
        </p:nvSpPr>
        <p:spPr>
          <a:xfrm xmlns:a="http://schemas.openxmlformats.org/drawingml/2006/main">
            <a:off x="4743450" y="4914900"/>
            <a:ext cx="2705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12000"/>
              </a:lnSpc>
              <a:buNone/>
              <a:defRPr sz="1050" b="0">
                <a:solidFill>
                  <a:srgbClr val="303030"/>
                </a:solidFill>
                <a:latin typeface="Noto Sans Khmer"/>
                <a:ea typeface="Noto Sans Khmer"/>
                <a:cs typeface="Noto Sans Khmer"/>
              </a:defRPr>
            </a:pPr>
            <a:r>
              <a:rPr sz="1050" b="0">
                <a:solidFill>
                  <a:srgbClr val="303030"/>
                </a:solidFill>
                <a:latin typeface="Noto Sans Khmer"/>
                <a:ea typeface="Noto Sans Khmer"/>
                <a:cs typeface="Noto Sans Khmer"/>
              </a:rPr>
              <a:t>Teachers need dashboards, class flow, and progress tracking.</a:t>
            </a:r>
          </a:p>
        </p:txBody>
      </p:sp>
      <p:sp>
        <p:nvSpPr>
          <p:cNvPr id="35" name="">
            <a:extLst xmlns:a="http://schemas.openxmlformats.org/drawingml/2006/main">
              <a:ext uri="{FF2B5EF4-FFF2-40B4-BE49-F238E27FC236}">
                <a16:creationId xmlns:a16="http://schemas.microsoft.com/office/drawing/2014/main" id="{3A733E98-304A-4CA4-8686-6DF8FA025423}"/>
              </a:ext>
            </a:extLst>
          </p:cNvPr>
          <p:cNvSpPr>
            <a:spLocks xmlns:a="http://schemas.openxmlformats.org/drawingml/2006/main" noGrp="1"/>
          </p:cNvSpPr>
          <p:nvPr/>
        </p:nvSpPr>
        <p:spPr>
          <a:xfrm xmlns:a="http://schemas.openxmlformats.org/drawingml/2006/main">
            <a:off x="8267700" y="3962400"/>
            <a:ext cx="3048000" cy="167640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36" name="">
            <a:extLst xmlns:a="http://schemas.openxmlformats.org/drawingml/2006/main">
              <a:ext uri="{FF2B5EF4-FFF2-40B4-BE49-F238E27FC236}">
                <a16:creationId xmlns:a16="http://schemas.microsoft.com/office/drawing/2014/main" id="{240089C8-774A-4FAB-B706-F60692AA0FAB}"/>
              </a:ext>
            </a:extLst>
          </p:cNvPr>
          <p:cNvSpPr>
            <a:spLocks xmlns:a="http://schemas.openxmlformats.org/drawingml/2006/main" noGrp="1"/>
          </p:cNvSpPr>
          <p:nvPr/>
        </p:nvSpPr>
        <p:spPr>
          <a:xfrm xmlns:a="http://schemas.openxmlformats.org/drawingml/2006/main">
            <a:off x="8191500" y="3886200"/>
            <a:ext cx="3048000" cy="167640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37" name="">
            <a:extLst xmlns:a="http://schemas.openxmlformats.org/drawingml/2006/main">
              <a:ext uri="{FF2B5EF4-FFF2-40B4-BE49-F238E27FC236}">
                <a16:creationId xmlns:a16="http://schemas.microsoft.com/office/drawing/2014/main" id="{D0004164-26E0-4BBA-931E-D067304A6E02}"/>
              </a:ext>
            </a:extLst>
          </p:cNvPr>
          <p:cNvSpPr>
            <a:spLocks xmlns:a="http://schemas.openxmlformats.org/drawingml/2006/main" noGrp="1"/>
          </p:cNvSpPr>
          <p:nvPr/>
        </p:nvSpPr>
        <p:spPr>
          <a:xfrm xmlns:a="http://schemas.openxmlformats.org/drawingml/2006/main">
            <a:off x="8191500" y="3886200"/>
            <a:ext cx="3048000" cy="323850"/>
          </a:xfrm>
          <a:prstGeom xmlns:a="http://schemas.openxmlformats.org/drawingml/2006/main" prst="rect">
            <a:avLst/>
          </a:prstGeom>
          <a:solidFill xmlns:a="http://schemas.openxmlformats.org/drawingml/2006/main">
            <a:srgbClr val="16A34A"/>
          </a:solidFill>
          <a:ln xmlns:a="http://schemas.openxmlformats.org/drawingml/2006/main" w="0">
            <a:solidFill>
              <a:srgbClr val="0B0B0B"/>
            </a:solidFill>
            <a:prstDash val="solid"/>
          </a:ln>
        </p:spPr>
      </p:sp>
      <p:sp>
        <p:nvSpPr>
          <p:cNvPr id="38" name="">
            <a:extLst xmlns:a="http://schemas.openxmlformats.org/drawingml/2006/main">
              <a:ext uri="{FF2B5EF4-FFF2-40B4-BE49-F238E27FC236}">
                <a16:creationId xmlns:a16="http://schemas.microsoft.com/office/drawing/2014/main" id="{647D3390-DDAE-4EEF-90B3-11794DB3946C}"/>
              </a:ext>
            </a:extLst>
          </p:cNvPr>
          <p:cNvSpPr>
            <a:spLocks xmlns:a="http://schemas.openxmlformats.org/drawingml/2006/main" noGrp="1"/>
          </p:cNvSpPr>
          <p:nvPr/>
        </p:nvSpPr>
        <p:spPr>
          <a:xfrm xmlns:a="http://schemas.openxmlformats.org/drawingml/2006/main">
            <a:off x="8324850" y="3943350"/>
            <a:ext cx="2781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lnSpc>
                <a:spcPct val="105000"/>
              </a:lnSpc>
              <a:buNone/>
              <a:defRPr sz="975" b="1">
                <a:solidFill>
                  <a:srgbClr val="0B0B0B"/>
                </a:solidFill>
                <a:latin typeface="Noto Sans Khmer"/>
                <a:ea typeface="Noto Sans Khmer"/>
                <a:cs typeface="Noto Sans Khmer"/>
              </a:defRPr>
            </a:pPr>
            <a:r>
              <a:rPr sz="975" b="1">
                <a:solidFill>
                  <a:srgbClr val="0B0B0B"/>
                </a:solidFill>
                <a:latin typeface="Noto Sans Khmer"/>
                <a:ea typeface="Noto Sans Khmer"/>
                <a:cs typeface="Noto Sans Khmer"/>
              </a:rPr>
              <a:t>MISSION</a:t>
            </a:r>
          </a:p>
        </p:txBody>
      </p:sp>
      <p:sp>
        <p:nvSpPr>
          <p:cNvPr id="39" name="">
            <a:extLst xmlns:a="http://schemas.openxmlformats.org/drawingml/2006/main">
              <a:ext uri="{FF2B5EF4-FFF2-40B4-BE49-F238E27FC236}">
                <a16:creationId xmlns:a16="http://schemas.microsoft.com/office/drawing/2014/main" id="{AF308B53-DA4B-45BC-B8EB-7C497AFE2389}"/>
              </a:ext>
            </a:extLst>
          </p:cNvPr>
          <p:cNvSpPr>
            <a:spLocks xmlns:a="http://schemas.openxmlformats.org/drawingml/2006/main" noGrp="1"/>
          </p:cNvSpPr>
          <p:nvPr/>
        </p:nvSpPr>
        <p:spPr>
          <a:xfrm xmlns:a="http://schemas.openxmlformats.org/drawingml/2006/main">
            <a:off x="8362950" y="4381500"/>
            <a:ext cx="2705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0000"/>
              </a:lnSpc>
              <a:buNone/>
              <a:defRPr sz="1800" b="1">
                <a:solidFill>
                  <a:srgbClr val="0B0B0B"/>
                </a:solidFill>
                <a:latin typeface="Noto Sans Khmer"/>
                <a:ea typeface="Noto Sans Khmer"/>
                <a:cs typeface="Noto Sans Khmer"/>
              </a:defRPr>
            </a:pPr>
            <a:r>
              <a:rPr sz="1800" b="1">
                <a:solidFill>
                  <a:srgbClr val="0B0B0B"/>
                </a:solidFill>
                <a:latin typeface="Noto Sans Khmer"/>
                <a:ea typeface="Noto Sans Khmer"/>
                <a:cs typeface="Noto Sans Khmer"/>
              </a:rPr>
              <a:t>Make safety learnable</a:t>
            </a:r>
          </a:p>
        </p:txBody>
      </p:sp>
      <p:sp>
        <p:nvSpPr>
          <p:cNvPr id="40" name="">
            <a:extLst xmlns:a="http://schemas.openxmlformats.org/drawingml/2006/main">
              <a:ext uri="{FF2B5EF4-FFF2-40B4-BE49-F238E27FC236}">
                <a16:creationId xmlns:a16="http://schemas.microsoft.com/office/drawing/2014/main" id="{14D03E60-3414-4C4B-AE9D-09EC6F7D14FC}"/>
              </a:ext>
            </a:extLst>
          </p:cNvPr>
          <p:cNvSpPr>
            <a:spLocks xmlns:a="http://schemas.openxmlformats.org/drawingml/2006/main" noGrp="1"/>
          </p:cNvSpPr>
          <p:nvPr/>
        </p:nvSpPr>
        <p:spPr>
          <a:xfrm xmlns:a="http://schemas.openxmlformats.org/drawingml/2006/main">
            <a:off x="8362950" y="4914900"/>
            <a:ext cx="2705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12000"/>
              </a:lnSpc>
              <a:buNone/>
              <a:defRPr sz="1050" b="0">
                <a:solidFill>
                  <a:srgbClr val="303030"/>
                </a:solidFill>
                <a:latin typeface="Noto Sans Khmer"/>
                <a:ea typeface="Noto Sans Khmer"/>
                <a:cs typeface="Noto Sans Khmer"/>
              </a:defRPr>
            </a:pPr>
            <a:r>
              <a:rPr sz="1050" b="0">
                <a:solidFill>
                  <a:srgbClr val="303030"/>
                </a:solidFill>
                <a:latin typeface="Noto Sans Khmer"/>
                <a:ea typeface="Noto Sans Khmer"/>
                <a:cs typeface="Noto Sans Khmer"/>
              </a:rPr>
              <a:t>Turn traffic rules and signs into free, clear, mobile-friendly digital learning.</a:t>
            </a:r>
          </a:p>
        </p:txBody>
      </p:sp>
    </p:spTree>
    <p:extLst>
      <p:ext uri="{BB962C8B-B14F-4D97-AF65-F5344CB8AC3E}">
        <p14:creationId xmlns:p14="http://schemas.microsoft.com/office/powerpoint/2010/main" val="1875742803"/>
      </p:ext>
    </p:extLst>
  </p:cSld>
</p:sld>
</file>

<file path=ppt/slides/slide4.xml><?xml version="1.0" encoding="utf-8"?>
<p:sld xmlns:p="http://schemas.openxmlformats.org/presentationml/2006/main">
  <p:cSld>
    <p:bg>
      <p:bgPr>
        <a:solidFill xmlns:a="http://schemas.openxmlformats.org/drawingml/2006/main">
          <a:srgbClr val="FFF8D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01CA61B-0111-4E55-BA74-2CAD94B13A70}"/>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EAB308"/>
          </a:solidFill>
          <a:ln xmlns:a="http://schemas.openxmlformats.org/drawingml/2006/main" w="0">
            <a:solidFill>
              <a:srgbClr val="0B0B0B"/>
            </a:solidFill>
            <a:prstDash val="solid"/>
          </a:ln>
        </p:spPr>
      </p:sp>
      <p:sp>
        <p:nvSpPr>
          <p:cNvPr id="2" name="">
            <a:extLst xmlns:a="http://schemas.openxmlformats.org/drawingml/2006/main">
              <a:ext uri="{FF2B5EF4-FFF2-40B4-BE49-F238E27FC236}">
                <a16:creationId xmlns:a16="http://schemas.microsoft.com/office/drawing/2014/main" id="{710F65DF-3B36-4CFD-BA52-4D7608DC1AB7}"/>
              </a:ext>
            </a:extLst>
          </p:cNvPr>
          <p:cNvSpPr>
            <a:spLocks xmlns:a="http://schemas.openxmlformats.org/drawingml/2006/main" noGrp="1"/>
          </p:cNvSpPr>
          <p:nvPr/>
        </p:nvSpPr>
        <p:spPr>
          <a:xfrm xmlns:a="http://schemas.openxmlformats.org/drawingml/2006/main">
            <a:off x="0" y="6686550"/>
            <a:ext cx="12192000" cy="1714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3" name="">
            <a:extLst xmlns:a="http://schemas.openxmlformats.org/drawingml/2006/main">
              <a:ext uri="{FF2B5EF4-FFF2-40B4-BE49-F238E27FC236}">
                <a16:creationId xmlns:a16="http://schemas.microsoft.com/office/drawing/2014/main" id="{16EF4C3B-37EE-438D-9F7E-C7FC2ECB317B}"/>
              </a:ext>
            </a:extLst>
          </p:cNvPr>
          <p:cNvSpPr>
            <a:spLocks xmlns:a="http://schemas.openxmlformats.org/drawingml/2006/main" noGrp="1"/>
          </p:cNvSpPr>
          <p:nvPr/>
        </p:nvSpPr>
        <p:spPr>
          <a:xfrm xmlns:a="http://schemas.openxmlformats.org/drawingml/2006/main">
            <a:off x="514350" y="2857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5000"/>
              </a:lnSpc>
              <a:buNone/>
              <a:defRPr sz="975" b="1">
                <a:solidFill>
                  <a:srgbClr val="0B0B0B"/>
                </a:solidFill>
                <a:latin typeface="Noto Sans Khmer"/>
                <a:ea typeface="Noto Sans Khmer"/>
                <a:cs typeface="Noto Sans Khmer"/>
              </a:defRPr>
            </a:pPr>
            <a:r>
              <a:rPr sz="975" b="1">
                <a:solidFill>
                  <a:srgbClr val="0B0B0B"/>
                </a:solidFill>
                <a:latin typeface="Noto Sans Khmer"/>
                <a:ea typeface="Noto Sans Khmer"/>
                <a:cs typeface="Noto Sans Khmer"/>
              </a:rPr>
              <a:t>KWD USER ADOPTION PLAN</a:t>
            </a:r>
          </a:p>
        </p:txBody>
      </p:sp>
      <p:sp>
        <p:nvSpPr>
          <p:cNvPr id="4" name="">
            <a:extLst xmlns:a="http://schemas.openxmlformats.org/drawingml/2006/main">
              <a:ext uri="{FF2B5EF4-FFF2-40B4-BE49-F238E27FC236}">
                <a16:creationId xmlns:a16="http://schemas.microsoft.com/office/drawing/2014/main" id="{80756ECE-5E4C-4356-AF74-9452686FE42A}"/>
              </a:ext>
            </a:extLst>
          </p:cNvPr>
          <p:cNvSpPr>
            <a:spLocks xmlns:a="http://schemas.openxmlformats.org/drawingml/2006/main" noGrp="1"/>
          </p:cNvSpPr>
          <p:nvPr/>
        </p:nvSpPr>
        <p:spPr>
          <a:xfrm xmlns:a="http://schemas.openxmlformats.org/drawingml/2006/main">
            <a:off x="11163300" y="266700"/>
            <a:ext cx="514350" cy="323850"/>
          </a:xfrm>
          <a:prstGeom xmlns:a="http://schemas.openxmlformats.org/drawingml/2006/main" prst="rect">
            <a:avLst/>
          </a:prstGeom>
          <a:solidFill xmlns:a="http://schemas.openxmlformats.org/drawingml/2006/main">
            <a:srgbClr val="EAB308"/>
          </a:solidFill>
          <a:ln xmlns:a="http://schemas.openxmlformats.org/drawingml/2006/main" w="28575">
            <a:solidFill>
              <a:srgbClr val="0B0B0B"/>
            </a:solid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lnSpc>
                <a:spcPct val="105000"/>
              </a:lnSpc>
              <a:buNone/>
              <a:defRPr sz="1350" b="1">
                <a:solidFill>
                  <a:srgbClr val="0B0B0B"/>
                </a:solidFill>
                <a:latin typeface="Noto Sans Khmer"/>
                <a:ea typeface="Noto Sans Khmer"/>
                <a:cs typeface="Noto Sans Khmer"/>
              </a:defRPr>
            </a:pPr>
            <a:r>
              <a:rPr sz="1350" b="1">
                <a:solidFill>
                  <a:srgbClr val="0B0B0B"/>
                </a:solidFill>
                <a:latin typeface="Noto Sans Khmer"/>
                <a:ea typeface="Noto Sans Khmer"/>
                <a:cs typeface="Noto Sans Khmer"/>
              </a:rPr>
              <a:t>04</a:t>
            </a:r>
          </a:p>
        </p:txBody>
      </p:sp>
      <p:sp>
        <p:nvSpPr>
          <p:cNvPr id="5" name="">
            <a:extLst xmlns:a="http://schemas.openxmlformats.org/drawingml/2006/main">
              <a:ext uri="{FF2B5EF4-FFF2-40B4-BE49-F238E27FC236}">
                <a16:creationId xmlns:a16="http://schemas.microsoft.com/office/drawing/2014/main" id="{C9ED6C86-B561-4933-9177-7ADBD97E62C3}"/>
              </a:ext>
            </a:extLst>
          </p:cNvPr>
          <p:cNvSpPr>
            <a:spLocks xmlns:a="http://schemas.openxmlformats.org/drawingml/2006/main" noGrp="1"/>
          </p:cNvSpPr>
          <p:nvPr/>
        </p:nvSpPr>
        <p:spPr>
          <a:xfrm xmlns:a="http://schemas.openxmlformats.org/drawingml/2006/main">
            <a:off x="514350" y="609600"/>
            <a:ext cx="8096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98000"/>
              </a:lnSpc>
              <a:buNone/>
              <a:defRPr sz="2850" b="1">
                <a:solidFill>
                  <a:srgbClr val="0B0B0B"/>
                </a:solidFill>
                <a:latin typeface="Noto Sans Khmer"/>
                <a:ea typeface="Noto Sans Khmer"/>
                <a:cs typeface="Noto Sans Khmer"/>
              </a:defRPr>
            </a:pPr>
            <a:r>
              <a:rPr sz="2850" b="1">
                <a:solidFill>
                  <a:srgbClr val="0B0B0B"/>
                </a:solidFill>
                <a:latin typeface="Noto Sans Khmer"/>
                <a:ea typeface="Noto Sans Khmer"/>
                <a:cs typeface="Noto Sans Khmer"/>
              </a:rPr>
              <a:t>អ្នកប្រើគោលដៅ និង Persona</a:t>
            </a:r>
          </a:p>
        </p:txBody>
      </p:sp>
      <p:sp>
        <p:nvSpPr>
          <p:cNvPr id="6" name="">
            <a:extLst xmlns:a="http://schemas.openxmlformats.org/drawingml/2006/main">
              <a:ext uri="{FF2B5EF4-FFF2-40B4-BE49-F238E27FC236}">
                <a16:creationId xmlns:a16="http://schemas.microsoft.com/office/drawing/2014/main" id="{99A1561F-BAAE-41A2-BD27-A55EFF23B2D1}"/>
              </a:ext>
            </a:extLst>
          </p:cNvPr>
          <p:cNvSpPr>
            <a:spLocks xmlns:a="http://schemas.openxmlformats.org/drawingml/2006/main" noGrp="1"/>
          </p:cNvSpPr>
          <p:nvPr/>
        </p:nvSpPr>
        <p:spPr>
          <a:xfrm xmlns:a="http://schemas.openxmlformats.org/drawingml/2006/main">
            <a:off x="552450" y="1276350"/>
            <a:ext cx="790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5000"/>
              </a:lnSpc>
              <a:buNone/>
              <a:defRPr sz="1275" b="0">
                <a:solidFill>
                  <a:srgbClr val="383838"/>
                </a:solidFill>
                <a:latin typeface="Noto Sans Khmer"/>
                <a:ea typeface="Noto Sans Khmer"/>
                <a:cs typeface="Noto Sans Khmer"/>
              </a:defRPr>
            </a:pPr>
            <a:r>
              <a:rPr sz="1275" b="0">
                <a:solidFill>
                  <a:srgbClr val="383838"/>
                </a:solidFill>
                <a:latin typeface="Noto Sans Khmer"/>
                <a:ea typeface="Noto Sans Khmer"/>
                <a:cs typeface="Noto Sans Khmer"/>
              </a:rPr>
              <a:t>Different users enter for different reasons, so the plan gives each one a clear value.</a:t>
            </a:r>
          </a:p>
        </p:txBody>
      </p:sp>
      <p:sp>
        <p:nvSpPr>
          <p:cNvPr id="7" name="">
            <a:extLst xmlns:a="http://schemas.openxmlformats.org/drawingml/2006/main">
              <a:ext uri="{FF2B5EF4-FFF2-40B4-BE49-F238E27FC236}">
                <a16:creationId xmlns:a16="http://schemas.microsoft.com/office/drawing/2014/main" id="{2A3EC203-5546-4266-A53C-31E72DBEBF2F}"/>
              </a:ext>
            </a:extLst>
          </p:cNvPr>
          <p:cNvSpPr>
            <a:spLocks xmlns:a="http://schemas.openxmlformats.org/drawingml/2006/main" noGrp="1"/>
          </p:cNvSpPr>
          <p:nvPr/>
        </p:nvSpPr>
        <p:spPr>
          <a:xfrm xmlns:a="http://schemas.openxmlformats.org/drawingml/2006/main">
            <a:off x="762000" y="1885950"/>
            <a:ext cx="2571750" cy="20764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8" name="">
            <a:extLst xmlns:a="http://schemas.openxmlformats.org/drawingml/2006/main">
              <a:ext uri="{FF2B5EF4-FFF2-40B4-BE49-F238E27FC236}">
                <a16:creationId xmlns:a16="http://schemas.microsoft.com/office/drawing/2014/main" id="{67AFCA7A-9D56-4F21-A798-089C5E9583FE}"/>
              </a:ext>
            </a:extLst>
          </p:cNvPr>
          <p:cNvSpPr>
            <a:spLocks xmlns:a="http://schemas.openxmlformats.org/drawingml/2006/main" noGrp="1"/>
          </p:cNvSpPr>
          <p:nvPr/>
        </p:nvSpPr>
        <p:spPr>
          <a:xfrm xmlns:a="http://schemas.openxmlformats.org/drawingml/2006/main">
            <a:off x="685800" y="1809750"/>
            <a:ext cx="2571750" cy="207645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9" name="">
            <a:extLst xmlns:a="http://schemas.openxmlformats.org/drawingml/2006/main">
              <a:ext uri="{FF2B5EF4-FFF2-40B4-BE49-F238E27FC236}">
                <a16:creationId xmlns:a16="http://schemas.microsoft.com/office/drawing/2014/main" id="{FCFED52D-0E79-432A-91D5-0E949C50BA27}"/>
              </a:ext>
            </a:extLst>
          </p:cNvPr>
          <p:cNvSpPr>
            <a:spLocks xmlns:a="http://schemas.openxmlformats.org/drawingml/2006/main" noGrp="1"/>
          </p:cNvSpPr>
          <p:nvPr/>
        </p:nvSpPr>
        <p:spPr>
          <a:xfrm xmlns:a="http://schemas.openxmlformats.org/drawingml/2006/main">
            <a:off x="685800" y="1809750"/>
            <a:ext cx="2571750" cy="323850"/>
          </a:xfrm>
          <a:prstGeom xmlns:a="http://schemas.openxmlformats.org/drawingml/2006/main" prst="rect">
            <a:avLst/>
          </a:prstGeom>
          <a:solidFill xmlns:a="http://schemas.openxmlformats.org/drawingml/2006/main">
            <a:srgbClr val="16A34A"/>
          </a:solidFill>
          <a:ln xmlns:a="http://schemas.openxmlformats.org/drawingml/2006/main" w="0">
            <a:solidFill>
              <a:srgbClr val="0B0B0B"/>
            </a:solidFill>
            <a:prstDash val="solid"/>
          </a:ln>
        </p:spPr>
      </p:sp>
      <p:sp>
        <p:nvSpPr>
          <p:cNvPr id="10" name="">
            <a:extLst xmlns:a="http://schemas.openxmlformats.org/drawingml/2006/main">
              <a:ext uri="{FF2B5EF4-FFF2-40B4-BE49-F238E27FC236}">
                <a16:creationId xmlns:a16="http://schemas.microsoft.com/office/drawing/2014/main" id="{485F395B-35DF-42E3-B8B6-143E8657D6E3}"/>
              </a:ext>
            </a:extLst>
          </p:cNvPr>
          <p:cNvSpPr>
            <a:spLocks xmlns:a="http://schemas.openxmlformats.org/drawingml/2006/main" noGrp="1"/>
          </p:cNvSpPr>
          <p:nvPr/>
        </p:nvSpPr>
        <p:spPr>
          <a:xfrm xmlns:a="http://schemas.openxmlformats.org/drawingml/2006/main">
            <a:off x="819150" y="1866900"/>
            <a:ext cx="2305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lnSpc>
                <a:spcPct val="105000"/>
              </a:lnSpc>
              <a:buNone/>
              <a:defRPr sz="975" b="1">
                <a:solidFill>
                  <a:srgbClr val="0B0B0B"/>
                </a:solidFill>
                <a:latin typeface="Noto Sans Khmer"/>
                <a:ea typeface="Noto Sans Khmer"/>
                <a:cs typeface="Noto Sans Khmer"/>
              </a:defRPr>
            </a:pPr>
            <a:r>
              <a:rPr sz="975" b="1">
                <a:solidFill>
                  <a:srgbClr val="0B0B0B"/>
                </a:solidFill>
                <a:latin typeface="Noto Sans Khmer"/>
                <a:ea typeface="Noto Sans Khmer"/>
                <a:cs typeface="Noto Sans Khmer"/>
              </a:rPr>
              <a:t>STUDENT</a:t>
            </a:r>
          </a:p>
        </p:txBody>
      </p:sp>
      <p:sp>
        <p:nvSpPr>
          <p:cNvPr id="11" name="">
            <a:extLst xmlns:a="http://schemas.openxmlformats.org/drawingml/2006/main">
              <a:ext uri="{FF2B5EF4-FFF2-40B4-BE49-F238E27FC236}">
                <a16:creationId xmlns:a16="http://schemas.microsoft.com/office/drawing/2014/main" id="{3898A3EF-2FF8-457F-A51E-3778F36B73B0}"/>
              </a:ext>
            </a:extLst>
          </p:cNvPr>
          <p:cNvSpPr>
            <a:spLocks xmlns:a="http://schemas.openxmlformats.org/drawingml/2006/main" noGrp="1"/>
          </p:cNvSpPr>
          <p:nvPr/>
        </p:nvSpPr>
        <p:spPr>
          <a:xfrm xmlns:a="http://schemas.openxmlformats.org/drawingml/2006/main">
            <a:off x="857250" y="2305050"/>
            <a:ext cx="22288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0000"/>
              </a:lnSpc>
              <a:buNone/>
              <a:defRPr sz="1800" b="1">
                <a:solidFill>
                  <a:srgbClr val="0B0B0B"/>
                </a:solidFill>
                <a:latin typeface="Noto Sans Khmer"/>
                <a:ea typeface="Noto Sans Khmer"/>
                <a:cs typeface="Noto Sans Khmer"/>
              </a:defRPr>
            </a:pPr>
            <a:r>
              <a:rPr sz="1800" b="1">
                <a:solidFill>
                  <a:srgbClr val="0B0B0B"/>
                </a:solidFill>
                <a:latin typeface="Noto Sans Khmer"/>
                <a:ea typeface="Noto Sans Khmer"/>
                <a:cs typeface="Noto Sans Khmer"/>
              </a:rPr>
              <a:t>ដារ៉ា, 16</a:t>
            </a:r>
          </a:p>
        </p:txBody>
      </p:sp>
      <p:sp>
        <p:nvSpPr>
          <p:cNvPr id="12" name="">
            <a:extLst xmlns:a="http://schemas.openxmlformats.org/drawingml/2006/main">
              <a:ext uri="{FF2B5EF4-FFF2-40B4-BE49-F238E27FC236}">
                <a16:creationId xmlns:a16="http://schemas.microsoft.com/office/drawing/2014/main" id="{C4E524E5-A30C-4C2C-9782-C85D6DA566C6}"/>
              </a:ext>
            </a:extLst>
          </p:cNvPr>
          <p:cNvSpPr>
            <a:spLocks xmlns:a="http://schemas.openxmlformats.org/drawingml/2006/main" noGrp="1"/>
          </p:cNvSpPr>
          <p:nvPr/>
        </p:nvSpPr>
        <p:spPr>
          <a:xfrm xmlns:a="http://schemas.openxmlformats.org/drawingml/2006/main">
            <a:off x="857250" y="3124200"/>
            <a:ext cx="2228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84617"/>
          </a:bodyPr>
          <a:lstStyle xmlns:a="http://schemas.openxmlformats.org/drawingml/2006/main"/>
          <a:p xmlns:a="http://schemas.openxmlformats.org/drawingml/2006/main">
            <a:pPr algn="l">
              <a:lnSpc>
                <a:spcPct val="112000"/>
              </a:lnSpc>
              <a:buNone/>
              <a:defRPr sz="1275" b="0">
                <a:solidFill>
                  <a:srgbClr val="303030"/>
                </a:solidFill>
                <a:latin typeface="Noto Sans Khmer"/>
                <a:ea typeface="Noto Sans Khmer"/>
                <a:cs typeface="Noto Sans Khmer"/>
              </a:defRPr>
            </a:pPr>
            <a:r>
              <a:rPr sz="1275" b="0">
                <a:solidFill>
                  <a:srgbClr val="303030"/>
                </a:solidFill>
                <a:latin typeface="Noto Sans Khmer"/>
                <a:ea typeface="Noto Sans Khmer"/>
                <a:cs typeface="Noto Sans Khmer"/>
              </a:rPr>
              <a:t>Uses a phone, dislikes memorizing traffic rules. KWD gives 30-second game-style practice.</a:t>
            </a:r>
          </a:p>
        </p:txBody>
      </p:sp>
      <p:sp>
        <p:nvSpPr>
          <p:cNvPr id="13" name="">
            <a:extLst xmlns:a="http://schemas.openxmlformats.org/drawingml/2006/main">
              <a:ext uri="{FF2B5EF4-FFF2-40B4-BE49-F238E27FC236}">
                <a16:creationId xmlns:a16="http://schemas.microsoft.com/office/drawing/2014/main" id="{5F396F47-D1D6-497C-A560-71B6F0508EC5}"/>
              </a:ext>
            </a:extLst>
          </p:cNvPr>
          <p:cNvSpPr>
            <a:spLocks xmlns:a="http://schemas.openxmlformats.org/drawingml/2006/main" noGrp="1"/>
          </p:cNvSpPr>
          <p:nvPr/>
        </p:nvSpPr>
        <p:spPr>
          <a:xfrm xmlns:a="http://schemas.openxmlformats.org/drawingml/2006/main">
            <a:off x="3657600" y="1885950"/>
            <a:ext cx="2571750" cy="20764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14" name="">
            <a:extLst xmlns:a="http://schemas.openxmlformats.org/drawingml/2006/main">
              <a:ext uri="{FF2B5EF4-FFF2-40B4-BE49-F238E27FC236}">
                <a16:creationId xmlns:a16="http://schemas.microsoft.com/office/drawing/2014/main" id="{9DBB7DC3-C6D3-4457-BA07-F184492EE2C3}"/>
              </a:ext>
            </a:extLst>
          </p:cNvPr>
          <p:cNvSpPr>
            <a:spLocks xmlns:a="http://schemas.openxmlformats.org/drawingml/2006/main" noGrp="1"/>
          </p:cNvSpPr>
          <p:nvPr/>
        </p:nvSpPr>
        <p:spPr>
          <a:xfrm xmlns:a="http://schemas.openxmlformats.org/drawingml/2006/main">
            <a:off x="3581400" y="1809750"/>
            <a:ext cx="2571750" cy="207645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15" name="">
            <a:extLst xmlns:a="http://schemas.openxmlformats.org/drawingml/2006/main">
              <a:ext uri="{FF2B5EF4-FFF2-40B4-BE49-F238E27FC236}">
                <a16:creationId xmlns:a16="http://schemas.microsoft.com/office/drawing/2014/main" id="{060AA6ED-2A9A-4279-A610-9DAA055E2011}"/>
              </a:ext>
            </a:extLst>
          </p:cNvPr>
          <p:cNvSpPr>
            <a:spLocks xmlns:a="http://schemas.openxmlformats.org/drawingml/2006/main" noGrp="1"/>
          </p:cNvSpPr>
          <p:nvPr/>
        </p:nvSpPr>
        <p:spPr>
          <a:xfrm xmlns:a="http://schemas.openxmlformats.org/drawingml/2006/main">
            <a:off x="3581400" y="1809750"/>
            <a:ext cx="2571750" cy="323850"/>
          </a:xfrm>
          <a:prstGeom xmlns:a="http://schemas.openxmlformats.org/drawingml/2006/main" prst="rect">
            <a:avLst/>
          </a:prstGeom>
          <a:solidFill xmlns:a="http://schemas.openxmlformats.org/drawingml/2006/main">
            <a:srgbClr val="2563EB"/>
          </a:solidFill>
          <a:ln xmlns:a="http://schemas.openxmlformats.org/drawingml/2006/main" w="0">
            <a:solidFill>
              <a:srgbClr val="0B0B0B"/>
            </a:solidFill>
            <a:prstDash val="solid"/>
          </a:ln>
        </p:spPr>
      </p:sp>
      <p:sp>
        <p:nvSpPr>
          <p:cNvPr id="16" name="">
            <a:extLst xmlns:a="http://schemas.openxmlformats.org/drawingml/2006/main">
              <a:ext uri="{FF2B5EF4-FFF2-40B4-BE49-F238E27FC236}">
                <a16:creationId xmlns:a16="http://schemas.microsoft.com/office/drawing/2014/main" id="{9381B8A1-BF2D-4DD0-B3EE-33A3A70C778D}"/>
              </a:ext>
            </a:extLst>
          </p:cNvPr>
          <p:cNvSpPr>
            <a:spLocks xmlns:a="http://schemas.openxmlformats.org/drawingml/2006/main" noGrp="1"/>
          </p:cNvSpPr>
          <p:nvPr/>
        </p:nvSpPr>
        <p:spPr>
          <a:xfrm xmlns:a="http://schemas.openxmlformats.org/drawingml/2006/main">
            <a:off x="3714750" y="1866900"/>
            <a:ext cx="2305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lnSpc>
                <a:spcPct val="105000"/>
              </a:lnSpc>
              <a:buNone/>
              <a:defRPr sz="975" b="1">
                <a:solidFill>
                  <a:srgbClr val="0B0B0B"/>
                </a:solidFill>
                <a:latin typeface="Noto Sans Khmer"/>
                <a:ea typeface="Noto Sans Khmer"/>
                <a:cs typeface="Noto Sans Khmer"/>
              </a:defRPr>
            </a:pPr>
            <a:r>
              <a:rPr sz="975" b="1">
                <a:solidFill>
                  <a:srgbClr val="0B0B0B"/>
                </a:solidFill>
                <a:latin typeface="Noto Sans Khmer"/>
                <a:ea typeface="Noto Sans Khmer"/>
                <a:cs typeface="Noto Sans Khmer"/>
              </a:rPr>
              <a:t>TEACHER</a:t>
            </a:r>
          </a:p>
        </p:txBody>
      </p:sp>
      <p:sp>
        <p:nvSpPr>
          <p:cNvPr id="17" name="">
            <a:extLst xmlns:a="http://schemas.openxmlformats.org/drawingml/2006/main">
              <a:ext uri="{FF2B5EF4-FFF2-40B4-BE49-F238E27FC236}">
                <a16:creationId xmlns:a16="http://schemas.microsoft.com/office/drawing/2014/main" id="{2E21925F-2D00-462F-95D8-47C3E1969A3E}"/>
              </a:ext>
            </a:extLst>
          </p:cNvPr>
          <p:cNvSpPr>
            <a:spLocks xmlns:a="http://schemas.openxmlformats.org/drawingml/2006/main" noGrp="1"/>
          </p:cNvSpPr>
          <p:nvPr/>
        </p:nvSpPr>
        <p:spPr>
          <a:xfrm xmlns:a="http://schemas.openxmlformats.org/drawingml/2006/main">
            <a:off x="3752850" y="2305050"/>
            <a:ext cx="22288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0000"/>
              </a:lnSpc>
              <a:buNone/>
              <a:defRPr sz="1800" b="1">
                <a:solidFill>
                  <a:srgbClr val="0B0B0B"/>
                </a:solidFill>
                <a:latin typeface="Noto Sans Khmer"/>
                <a:ea typeface="Noto Sans Khmer"/>
                <a:cs typeface="Noto Sans Khmer"/>
              </a:defRPr>
            </a:pPr>
            <a:r>
              <a:rPr sz="1800" b="1">
                <a:solidFill>
                  <a:srgbClr val="0B0B0B"/>
                </a:solidFill>
                <a:latin typeface="Noto Sans Khmer"/>
                <a:ea typeface="Noto Sans Khmer"/>
                <a:cs typeface="Noto Sans Khmer"/>
              </a:rPr>
              <a:t>លោកគ្រូ សុខា, 34</a:t>
            </a:r>
          </a:p>
        </p:txBody>
      </p:sp>
      <p:sp>
        <p:nvSpPr>
          <p:cNvPr id="18" name="">
            <a:extLst xmlns:a="http://schemas.openxmlformats.org/drawingml/2006/main">
              <a:ext uri="{FF2B5EF4-FFF2-40B4-BE49-F238E27FC236}">
                <a16:creationId xmlns:a16="http://schemas.microsoft.com/office/drawing/2014/main" id="{8DA088E4-41F4-4813-82D5-DC5205297483}"/>
              </a:ext>
            </a:extLst>
          </p:cNvPr>
          <p:cNvSpPr>
            <a:spLocks xmlns:a="http://schemas.openxmlformats.org/drawingml/2006/main" noGrp="1"/>
          </p:cNvSpPr>
          <p:nvPr/>
        </p:nvSpPr>
        <p:spPr>
          <a:xfrm xmlns:a="http://schemas.openxmlformats.org/drawingml/2006/main">
            <a:off x="3752850" y="3124200"/>
            <a:ext cx="2228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84617"/>
          </a:bodyPr>
          <a:lstStyle xmlns:a="http://schemas.openxmlformats.org/drawingml/2006/main"/>
          <a:p xmlns:a="http://schemas.openxmlformats.org/drawingml/2006/main">
            <a:pPr algn="l">
              <a:lnSpc>
                <a:spcPct val="112000"/>
              </a:lnSpc>
              <a:buNone/>
              <a:defRPr sz="1275" b="0">
                <a:solidFill>
                  <a:srgbClr val="303030"/>
                </a:solidFill>
                <a:latin typeface="Noto Sans Khmer"/>
                <a:ea typeface="Noto Sans Khmer"/>
                <a:cs typeface="Noto Sans Khmer"/>
              </a:defRPr>
            </a:pPr>
            <a:r>
              <a:rPr sz="1275" b="0">
                <a:solidFill>
                  <a:srgbClr val="303030"/>
                </a:solidFill>
                <a:latin typeface="Noto Sans Khmer"/>
                <a:ea typeface="Noto Sans Khmer"/>
                <a:cs typeface="Noto Sans Khmer"/>
              </a:rPr>
              <a:t>Needs a way to track student progress. KWD gives class management and reports.</a:t>
            </a:r>
          </a:p>
        </p:txBody>
      </p:sp>
      <p:sp>
        <p:nvSpPr>
          <p:cNvPr id="19" name="">
            <a:extLst xmlns:a="http://schemas.openxmlformats.org/drawingml/2006/main">
              <a:ext uri="{FF2B5EF4-FFF2-40B4-BE49-F238E27FC236}">
                <a16:creationId xmlns:a16="http://schemas.microsoft.com/office/drawing/2014/main" id="{14878E6B-3973-4750-B698-F05094F6171E}"/>
              </a:ext>
            </a:extLst>
          </p:cNvPr>
          <p:cNvSpPr>
            <a:spLocks xmlns:a="http://schemas.openxmlformats.org/drawingml/2006/main" noGrp="1"/>
          </p:cNvSpPr>
          <p:nvPr/>
        </p:nvSpPr>
        <p:spPr>
          <a:xfrm xmlns:a="http://schemas.openxmlformats.org/drawingml/2006/main">
            <a:off x="6553200" y="1885950"/>
            <a:ext cx="2571750" cy="20764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20" name="">
            <a:extLst xmlns:a="http://schemas.openxmlformats.org/drawingml/2006/main">
              <a:ext uri="{FF2B5EF4-FFF2-40B4-BE49-F238E27FC236}">
                <a16:creationId xmlns:a16="http://schemas.microsoft.com/office/drawing/2014/main" id="{EC099A62-B58D-4E51-8209-2E7B3E2E08C5}"/>
              </a:ext>
            </a:extLst>
          </p:cNvPr>
          <p:cNvSpPr>
            <a:spLocks xmlns:a="http://schemas.openxmlformats.org/drawingml/2006/main" noGrp="1"/>
          </p:cNvSpPr>
          <p:nvPr/>
        </p:nvSpPr>
        <p:spPr>
          <a:xfrm xmlns:a="http://schemas.openxmlformats.org/drawingml/2006/main">
            <a:off x="6477000" y="1809750"/>
            <a:ext cx="2571750" cy="207645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21" name="">
            <a:extLst xmlns:a="http://schemas.openxmlformats.org/drawingml/2006/main">
              <a:ext uri="{FF2B5EF4-FFF2-40B4-BE49-F238E27FC236}">
                <a16:creationId xmlns:a16="http://schemas.microsoft.com/office/drawing/2014/main" id="{B892E470-BFCB-4D21-9627-D39918D1E959}"/>
              </a:ext>
            </a:extLst>
          </p:cNvPr>
          <p:cNvSpPr>
            <a:spLocks xmlns:a="http://schemas.openxmlformats.org/drawingml/2006/main" noGrp="1"/>
          </p:cNvSpPr>
          <p:nvPr/>
        </p:nvSpPr>
        <p:spPr>
          <a:xfrm xmlns:a="http://schemas.openxmlformats.org/drawingml/2006/main">
            <a:off x="6477000" y="1809750"/>
            <a:ext cx="2571750" cy="323850"/>
          </a:xfrm>
          <a:prstGeom xmlns:a="http://schemas.openxmlformats.org/drawingml/2006/main" prst="rect">
            <a:avLst/>
          </a:prstGeom>
          <a:solidFill xmlns:a="http://schemas.openxmlformats.org/drawingml/2006/main">
            <a:srgbClr val="F97316"/>
          </a:solidFill>
          <a:ln xmlns:a="http://schemas.openxmlformats.org/drawingml/2006/main" w="0">
            <a:solidFill>
              <a:srgbClr val="0B0B0B"/>
            </a:solidFill>
            <a:prstDash val="solid"/>
          </a:ln>
        </p:spPr>
      </p:sp>
      <p:sp>
        <p:nvSpPr>
          <p:cNvPr id="22" name="">
            <a:extLst xmlns:a="http://schemas.openxmlformats.org/drawingml/2006/main">
              <a:ext uri="{FF2B5EF4-FFF2-40B4-BE49-F238E27FC236}">
                <a16:creationId xmlns:a16="http://schemas.microsoft.com/office/drawing/2014/main" id="{12E12D7D-8E8D-48E7-8A39-6DE4AAFB7CB3}"/>
              </a:ext>
            </a:extLst>
          </p:cNvPr>
          <p:cNvSpPr>
            <a:spLocks xmlns:a="http://schemas.openxmlformats.org/drawingml/2006/main" noGrp="1"/>
          </p:cNvSpPr>
          <p:nvPr/>
        </p:nvSpPr>
        <p:spPr>
          <a:xfrm xmlns:a="http://schemas.openxmlformats.org/drawingml/2006/main">
            <a:off x="6610350" y="1866900"/>
            <a:ext cx="2305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lnSpc>
                <a:spcPct val="105000"/>
              </a:lnSpc>
              <a:buNone/>
              <a:defRPr sz="975" b="1">
                <a:solidFill>
                  <a:srgbClr val="0B0B0B"/>
                </a:solidFill>
                <a:latin typeface="Noto Sans Khmer"/>
                <a:ea typeface="Noto Sans Khmer"/>
                <a:cs typeface="Noto Sans Khmer"/>
              </a:defRPr>
            </a:pPr>
            <a:r>
              <a:rPr sz="975" b="1">
                <a:solidFill>
                  <a:srgbClr val="0B0B0B"/>
                </a:solidFill>
                <a:latin typeface="Noto Sans Khmer"/>
                <a:ea typeface="Noto Sans Khmer"/>
                <a:cs typeface="Noto Sans Khmer"/>
              </a:rPr>
              <a:t>PARENT</a:t>
            </a:r>
          </a:p>
        </p:txBody>
      </p:sp>
      <p:sp>
        <p:nvSpPr>
          <p:cNvPr id="23" name="">
            <a:extLst xmlns:a="http://schemas.openxmlformats.org/drawingml/2006/main">
              <a:ext uri="{FF2B5EF4-FFF2-40B4-BE49-F238E27FC236}">
                <a16:creationId xmlns:a16="http://schemas.microsoft.com/office/drawing/2014/main" id="{0C8BE926-61AB-4E36-AF73-5FEC7FE00B70}"/>
              </a:ext>
            </a:extLst>
          </p:cNvPr>
          <p:cNvSpPr>
            <a:spLocks xmlns:a="http://schemas.openxmlformats.org/drawingml/2006/main" noGrp="1"/>
          </p:cNvSpPr>
          <p:nvPr/>
        </p:nvSpPr>
        <p:spPr>
          <a:xfrm xmlns:a="http://schemas.openxmlformats.org/drawingml/2006/main">
            <a:off x="6648450" y="2305050"/>
            <a:ext cx="22288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0000"/>
              </a:lnSpc>
              <a:buNone/>
              <a:defRPr sz="1800" b="1">
                <a:solidFill>
                  <a:srgbClr val="0B0B0B"/>
                </a:solidFill>
                <a:latin typeface="Noto Sans Khmer"/>
                <a:ea typeface="Noto Sans Khmer"/>
                <a:cs typeface="Noto Sans Khmer"/>
              </a:defRPr>
            </a:pPr>
            <a:r>
              <a:rPr sz="1800" b="1">
                <a:solidFill>
                  <a:srgbClr val="0B0B0B"/>
                </a:solidFill>
                <a:latin typeface="Noto Sans Khmer"/>
                <a:ea typeface="Noto Sans Khmer"/>
                <a:cs typeface="Noto Sans Khmer"/>
              </a:rPr>
              <a:t>អ្នកម្ដាយ ស្រីពៅ, 40</a:t>
            </a:r>
          </a:p>
        </p:txBody>
      </p:sp>
      <p:sp>
        <p:nvSpPr>
          <p:cNvPr id="24" name="">
            <a:extLst xmlns:a="http://schemas.openxmlformats.org/drawingml/2006/main">
              <a:ext uri="{FF2B5EF4-FFF2-40B4-BE49-F238E27FC236}">
                <a16:creationId xmlns:a16="http://schemas.microsoft.com/office/drawing/2014/main" id="{678392A5-ACAF-4F00-B8F6-93A0E6DC97A5}"/>
              </a:ext>
            </a:extLst>
          </p:cNvPr>
          <p:cNvSpPr>
            <a:spLocks xmlns:a="http://schemas.openxmlformats.org/drawingml/2006/main" noGrp="1"/>
          </p:cNvSpPr>
          <p:nvPr/>
        </p:nvSpPr>
        <p:spPr>
          <a:xfrm xmlns:a="http://schemas.openxmlformats.org/drawingml/2006/main">
            <a:off x="6648450" y="3124200"/>
            <a:ext cx="2228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84617"/>
          </a:bodyPr>
          <a:lstStyle xmlns:a="http://schemas.openxmlformats.org/drawingml/2006/main"/>
          <a:p xmlns:a="http://schemas.openxmlformats.org/drawingml/2006/main">
            <a:pPr algn="l">
              <a:lnSpc>
                <a:spcPct val="112000"/>
              </a:lnSpc>
              <a:buNone/>
              <a:defRPr sz="1275" b="0">
                <a:solidFill>
                  <a:srgbClr val="303030"/>
                </a:solidFill>
                <a:latin typeface="Noto Sans Khmer"/>
                <a:ea typeface="Noto Sans Khmer"/>
                <a:cs typeface="Noto Sans Khmer"/>
              </a:defRPr>
            </a:pPr>
            <a:r>
              <a:rPr sz="1275" b="0">
                <a:solidFill>
                  <a:srgbClr val="303030"/>
                </a:solidFill>
                <a:latin typeface="Noto Sans Khmer"/>
                <a:ea typeface="Noto Sans Khmer"/>
                <a:cs typeface="Noto Sans Khmer"/>
              </a:rPr>
              <a:t>Worries about child road safety. KWD gives family tracking and confidence.</a:t>
            </a:r>
          </a:p>
        </p:txBody>
      </p:sp>
      <p:sp>
        <p:nvSpPr>
          <p:cNvPr id="25" name="">
            <a:extLst xmlns:a="http://schemas.openxmlformats.org/drawingml/2006/main">
              <a:ext uri="{FF2B5EF4-FFF2-40B4-BE49-F238E27FC236}">
                <a16:creationId xmlns:a16="http://schemas.microsoft.com/office/drawing/2014/main" id="{C9B2E84E-30D2-4793-8EBB-F5BFFF0EB897}"/>
              </a:ext>
            </a:extLst>
          </p:cNvPr>
          <p:cNvSpPr>
            <a:spLocks xmlns:a="http://schemas.openxmlformats.org/drawingml/2006/main" noGrp="1"/>
          </p:cNvSpPr>
          <p:nvPr/>
        </p:nvSpPr>
        <p:spPr>
          <a:xfrm xmlns:a="http://schemas.openxmlformats.org/drawingml/2006/main">
            <a:off x="9448800" y="1885950"/>
            <a:ext cx="2095500" cy="20764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26" name="">
            <a:extLst xmlns:a="http://schemas.openxmlformats.org/drawingml/2006/main">
              <a:ext uri="{FF2B5EF4-FFF2-40B4-BE49-F238E27FC236}">
                <a16:creationId xmlns:a16="http://schemas.microsoft.com/office/drawing/2014/main" id="{34997775-57D9-4A2C-975F-8A1D8DB18B7D}"/>
              </a:ext>
            </a:extLst>
          </p:cNvPr>
          <p:cNvSpPr>
            <a:spLocks xmlns:a="http://schemas.openxmlformats.org/drawingml/2006/main" noGrp="1"/>
          </p:cNvSpPr>
          <p:nvPr/>
        </p:nvSpPr>
        <p:spPr>
          <a:xfrm xmlns:a="http://schemas.openxmlformats.org/drawingml/2006/main">
            <a:off x="9372600" y="1809750"/>
            <a:ext cx="2095500" cy="207645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27" name="">
            <a:extLst xmlns:a="http://schemas.openxmlformats.org/drawingml/2006/main">
              <a:ext uri="{FF2B5EF4-FFF2-40B4-BE49-F238E27FC236}">
                <a16:creationId xmlns:a16="http://schemas.microsoft.com/office/drawing/2014/main" id="{7242DCCC-8767-4B9F-93C2-A9537E2D778D}"/>
              </a:ext>
            </a:extLst>
          </p:cNvPr>
          <p:cNvSpPr>
            <a:spLocks xmlns:a="http://schemas.openxmlformats.org/drawingml/2006/main" noGrp="1"/>
          </p:cNvSpPr>
          <p:nvPr/>
        </p:nvSpPr>
        <p:spPr>
          <a:xfrm xmlns:a="http://schemas.openxmlformats.org/drawingml/2006/main">
            <a:off x="9372600" y="1809750"/>
            <a:ext cx="2095500" cy="323850"/>
          </a:xfrm>
          <a:prstGeom xmlns:a="http://schemas.openxmlformats.org/drawingml/2006/main" prst="rect">
            <a:avLst/>
          </a:prstGeom>
          <a:solidFill xmlns:a="http://schemas.openxmlformats.org/drawingml/2006/main">
            <a:srgbClr val="7C3AED"/>
          </a:solidFill>
          <a:ln xmlns:a="http://schemas.openxmlformats.org/drawingml/2006/main" w="0">
            <a:solidFill>
              <a:srgbClr val="0B0B0B"/>
            </a:solidFill>
            <a:prstDash val="solid"/>
          </a:ln>
        </p:spPr>
      </p:sp>
      <p:sp>
        <p:nvSpPr>
          <p:cNvPr id="28" name="">
            <a:extLst xmlns:a="http://schemas.openxmlformats.org/drawingml/2006/main">
              <a:ext uri="{FF2B5EF4-FFF2-40B4-BE49-F238E27FC236}">
                <a16:creationId xmlns:a16="http://schemas.microsoft.com/office/drawing/2014/main" id="{5D886C4E-176D-48C3-AF88-8D8C0CB4F03F}"/>
              </a:ext>
            </a:extLst>
          </p:cNvPr>
          <p:cNvSpPr>
            <a:spLocks xmlns:a="http://schemas.openxmlformats.org/drawingml/2006/main" noGrp="1"/>
          </p:cNvSpPr>
          <p:nvPr/>
        </p:nvSpPr>
        <p:spPr>
          <a:xfrm xmlns:a="http://schemas.openxmlformats.org/drawingml/2006/main">
            <a:off x="9505950" y="1866900"/>
            <a:ext cx="1828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lnSpc>
                <a:spcPct val="105000"/>
              </a:lnSpc>
              <a:buNone/>
              <a:defRPr sz="975" b="1">
                <a:solidFill>
                  <a:srgbClr val="0B0B0B"/>
                </a:solidFill>
                <a:latin typeface="Noto Sans Khmer"/>
                <a:ea typeface="Noto Sans Khmer"/>
                <a:cs typeface="Noto Sans Khmer"/>
              </a:defRPr>
            </a:pPr>
            <a:r>
              <a:rPr sz="975" b="1">
                <a:solidFill>
                  <a:srgbClr val="0B0B0B"/>
                </a:solidFill>
                <a:latin typeface="Noto Sans Khmer"/>
                <a:ea typeface="Noto Sans Khmer"/>
                <a:cs typeface="Noto Sans Khmer"/>
              </a:rPr>
              <a:t>INSTITUTION</a:t>
            </a:r>
          </a:p>
        </p:txBody>
      </p:sp>
      <p:sp>
        <p:nvSpPr>
          <p:cNvPr id="29" name="">
            <a:extLst xmlns:a="http://schemas.openxmlformats.org/drawingml/2006/main">
              <a:ext uri="{FF2B5EF4-FFF2-40B4-BE49-F238E27FC236}">
                <a16:creationId xmlns:a16="http://schemas.microsoft.com/office/drawing/2014/main" id="{FB3BDDDD-D9DA-4EEE-B5BF-12F7C375DFF0}"/>
              </a:ext>
            </a:extLst>
          </p:cNvPr>
          <p:cNvSpPr>
            <a:spLocks xmlns:a="http://schemas.openxmlformats.org/drawingml/2006/main" noGrp="1"/>
          </p:cNvSpPr>
          <p:nvPr/>
        </p:nvSpPr>
        <p:spPr>
          <a:xfrm xmlns:a="http://schemas.openxmlformats.org/drawingml/2006/main">
            <a:off x="9544050" y="2305050"/>
            <a:ext cx="17526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0000"/>
              </a:lnSpc>
              <a:buNone/>
              <a:defRPr sz="1800" b="1">
                <a:solidFill>
                  <a:srgbClr val="0B0B0B"/>
                </a:solidFill>
                <a:latin typeface="Noto Sans Khmer"/>
                <a:ea typeface="Noto Sans Khmer"/>
                <a:cs typeface="Noto Sans Khmer"/>
              </a:defRPr>
            </a:pPr>
            <a:r>
              <a:rPr sz="1800" b="1">
                <a:solidFill>
                  <a:srgbClr val="0B0B0B"/>
                </a:solidFill>
                <a:latin typeface="Noto Sans Khmer"/>
                <a:ea typeface="Noto Sans Khmer"/>
                <a:cs typeface="Noto Sans Khmer"/>
              </a:rPr>
              <a:t>Schools</a:t>
            </a:r>
          </a:p>
        </p:txBody>
      </p:sp>
      <p:sp>
        <p:nvSpPr>
          <p:cNvPr id="30" name="">
            <a:extLst xmlns:a="http://schemas.openxmlformats.org/drawingml/2006/main">
              <a:ext uri="{FF2B5EF4-FFF2-40B4-BE49-F238E27FC236}">
                <a16:creationId xmlns:a16="http://schemas.microsoft.com/office/drawing/2014/main" id="{5355E36E-1BB1-4253-BB06-D08A5EA74408}"/>
              </a:ext>
            </a:extLst>
          </p:cNvPr>
          <p:cNvSpPr>
            <a:spLocks xmlns:a="http://schemas.openxmlformats.org/drawingml/2006/main" noGrp="1"/>
          </p:cNvSpPr>
          <p:nvPr/>
        </p:nvSpPr>
        <p:spPr>
          <a:xfrm xmlns:a="http://schemas.openxmlformats.org/drawingml/2006/main">
            <a:off x="9544050" y="3124200"/>
            <a:ext cx="1752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99715"/>
          </a:bodyPr>
          <a:lstStyle xmlns:a="http://schemas.openxmlformats.org/drawingml/2006/main"/>
          <a:p xmlns:a="http://schemas.openxmlformats.org/drawingml/2006/main">
            <a:pPr algn="l">
              <a:lnSpc>
                <a:spcPct val="112000"/>
              </a:lnSpc>
              <a:buNone/>
              <a:defRPr sz="1275" b="0">
                <a:solidFill>
                  <a:srgbClr val="303030"/>
                </a:solidFill>
                <a:latin typeface="Noto Sans Khmer"/>
                <a:ea typeface="Noto Sans Khmer"/>
                <a:cs typeface="Noto Sans Khmer"/>
              </a:defRPr>
            </a:pPr>
            <a:r>
              <a:rPr sz="1275" b="0">
                <a:solidFill>
                  <a:srgbClr val="303030"/>
                </a:solidFill>
                <a:latin typeface="Noto Sans Khmer"/>
                <a:ea typeface="Noto Sans Khmer"/>
                <a:cs typeface="Noto Sans Khmer"/>
              </a:rPr>
              <a:t>Need scalable learning and trusted content.</a:t>
            </a:r>
          </a:p>
        </p:txBody>
      </p:sp>
      <p:sp>
        <p:nvSpPr>
          <p:cNvPr id="31" name="">
            <a:extLst xmlns:a="http://schemas.openxmlformats.org/drawingml/2006/main">
              <a:ext uri="{FF2B5EF4-FFF2-40B4-BE49-F238E27FC236}">
                <a16:creationId xmlns:a16="http://schemas.microsoft.com/office/drawing/2014/main" id="{846FE3B1-9963-4701-8760-68E40B956290}"/>
              </a:ext>
            </a:extLst>
          </p:cNvPr>
          <p:cNvSpPr>
            <a:spLocks xmlns:a="http://schemas.openxmlformats.org/drawingml/2006/main" noGrp="1"/>
          </p:cNvSpPr>
          <p:nvPr/>
        </p:nvSpPr>
        <p:spPr>
          <a:xfrm xmlns:a="http://schemas.openxmlformats.org/drawingml/2006/main">
            <a:off x="1362075" y="4676775"/>
            <a:ext cx="9601200" cy="9715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32" name="">
            <a:extLst xmlns:a="http://schemas.openxmlformats.org/drawingml/2006/main">
              <a:ext uri="{FF2B5EF4-FFF2-40B4-BE49-F238E27FC236}">
                <a16:creationId xmlns:a16="http://schemas.microsoft.com/office/drawing/2014/main" id="{425CEACA-C074-486C-AFE6-FEDD5B273EDF}"/>
              </a:ext>
            </a:extLst>
          </p:cNvPr>
          <p:cNvSpPr>
            <a:spLocks xmlns:a="http://schemas.openxmlformats.org/drawingml/2006/main" noGrp="1"/>
          </p:cNvSpPr>
          <p:nvPr/>
        </p:nvSpPr>
        <p:spPr>
          <a:xfrm xmlns:a="http://schemas.openxmlformats.org/drawingml/2006/main">
            <a:off x="1295400" y="4610100"/>
            <a:ext cx="9601200" cy="971550"/>
          </a:xfrm>
          <a:prstGeom xmlns:a="http://schemas.openxmlformats.org/drawingml/2006/main" prst="rect">
            <a:avLst/>
          </a:prstGeom>
          <a:solidFill xmlns:a="http://schemas.openxmlformats.org/drawingml/2006/main">
            <a:srgbClr val="0B0B0B"/>
          </a:solidFill>
          <a:ln xmlns:a="http://schemas.openxmlformats.org/drawingml/2006/main" w="28575">
            <a:solidFill>
              <a:srgbClr val="0B0B0B"/>
            </a:solidFill>
            <a:prstDash val="solid"/>
          </a:ln>
        </p:spPr>
      </p:sp>
      <p:sp>
        <p:nvSpPr>
          <p:cNvPr id="33" name="">
            <a:extLst xmlns:a="http://schemas.openxmlformats.org/drawingml/2006/main">
              <a:ext uri="{FF2B5EF4-FFF2-40B4-BE49-F238E27FC236}">
                <a16:creationId xmlns:a16="http://schemas.microsoft.com/office/drawing/2014/main" id="{2E24B867-FD91-4879-93EA-564575C5A2FE}"/>
              </a:ext>
            </a:extLst>
          </p:cNvPr>
          <p:cNvSpPr>
            <a:spLocks xmlns:a="http://schemas.openxmlformats.org/drawingml/2006/main" noGrp="1"/>
          </p:cNvSpPr>
          <p:nvPr/>
        </p:nvSpPr>
        <p:spPr>
          <a:xfrm xmlns:a="http://schemas.openxmlformats.org/drawingml/2006/main">
            <a:off x="1600200" y="4848225"/>
            <a:ext cx="8991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82672"/>
          </a:bodyPr>
          <a:lstStyle xmlns:a="http://schemas.openxmlformats.org/drawingml/2006/main"/>
          <a:p xmlns:a="http://schemas.openxmlformats.org/drawingml/2006/main">
            <a:pPr algn="ctr">
              <a:lnSpc>
                <a:spcPct val="105000"/>
              </a:lnSpc>
              <a:buNone/>
              <a:defRPr sz="1800" b="1">
                <a:solidFill>
                  <a:srgbClr val="EAB308"/>
                </a:solidFill>
                <a:latin typeface="Noto Sans Khmer"/>
                <a:ea typeface="Noto Sans Khmer"/>
                <a:cs typeface="Noto Sans Khmer"/>
              </a:defRPr>
            </a:pPr>
            <a:r>
              <a:rPr sz="1800" b="1">
                <a:solidFill>
                  <a:srgbClr val="EAB308"/>
                </a:solidFill>
                <a:latin typeface="Noto Sans Khmer"/>
                <a:ea typeface="Noto Sans Khmer"/>
                <a:cs typeface="Noto Sans Khmer"/>
              </a:rPr>
              <a:t>Team explanation: students create usage, teachers create organized adoption, parents and institutions create trust and payment paths.</a:t>
            </a:r>
          </a:p>
        </p:txBody>
      </p:sp>
    </p:spTree>
    <p:extLst>
      <p:ext uri="{BB962C8B-B14F-4D97-AF65-F5344CB8AC3E}">
        <p14:creationId xmlns:p14="http://schemas.microsoft.com/office/powerpoint/2010/main" val="1742596714"/>
      </p:ext>
    </p:extLst>
  </p:cSld>
</p:sld>
</file>

<file path=ppt/slides/slide5.xml><?xml version="1.0" encoding="utf-8"?>
<p:sld xmlns:p="http://schemas.openxmlformats.org/presentationml/2006/main">
  <p:cSld>
    <p:bg>
      <p:bgPr>
        <a:solidFill xmlns:a="http://schemas.openxmlformats.org/drawingml/2006/main">
          <a:srgbClr val="FFF8D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281884E-50F6-4460-9A8D-7CE81008DDE7}"/>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EAB308"/>
          </a:solidFill>
          <a:ln xmlns:a="http://schemas.openxmlformats.org/drawingml/2006/main" w="0">
            <a:solidFill>
              <a:srgbClr val="0B0B0B"/>
            </a:solidFill>
            <a:prstDash val="solid"/>
          </a:ln>
        </p:spPr>
      </p:sp>
      <p:sp>
        <p:nvSpPr>
          <p:cNvPr id="2" name="">
            <a:extLst xmlns:a="http://schemas.openxmlformats.org/drawingml/2006/main">
              <a:ext uri="{FF2B5EF4-FFF2-40B4-BE49-F238E27FC236}">
                <a16:creationId xmlns:a16="http://schemas.microsoft.com/office/drawing/2014/main" id="{A256DA1F-F36F-47F4-BDB4-4FC8D35FABE5}"/>
              </a:ext>
            </a:extLst>
          </p:cNvPr>
          <p:cNvSpPr>
            <a:spLocks xmlns:a="http://schemas.openxmlformats.org/drawingml/2006/main" noGrp="1"/>
          </p:cNvSpPr>
          <p:nvPr/>
        </p:nvSpPr>
        <p:spPr>
          <a:xfrm xmlns:a="http://schemas.openxmlformats.org/drawingml/2006/main">
            <a:off x="0" y="6686550"/>
            <a:ext cx="12192000" cy="1714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3" name="">
            <a:extLst xmlns:a="http://schemas.openxmlformats.org/drawingml/2006/main">
              <a:ext uri="{FF2B5EF4-FFF2-40B4-BE49-F238E27FC236}">
                <a16:creationId xmlns:a16="http://schemas.microsoft.com/office/drawing/2014/main" id="{EF0837C8-12DA-4EB1-8DF1-D53C260EA238}"/>
              </a:ext>
            </a:extLst>
          </p:cNvPr>
          <p:cNvSpPr>
            <a:spLocks xmlns:a="http://schemas.openxmlformats.org/drawingml/2006/main" noGrp="1"/>
          </p:cNvSpPr>
          <p:nvPr/>
        </p:nvSpPr>
        <p:spPr>
          <a:xfrm xmlns:a="http://schemas.openxmlformats.org/drawingml/2006/main">
            <a:off x="514350" y="2857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5000"/>
              </a:lnSpc>
              <a:buNone/>
              <a:defRPr sz="975" b="1">
                <a:solidFill>
                  <a:srgbClr val="0B0B0B"/>
                </a:solidFill>
                <a:latin typeface="Noto Sans Khmer"/>
                <a:ea typeface="Noto Sans Khmer"/>
                <a:cs typeface="Noto Sans Khmer"/>
              </a:defRPr>
            </a:pPr>
            <a:r>
              <a:rPr sz="975" b="1">
                <a:solidFill>
                  <a:srgbClr val="0B0B0B"/>
                </a:solidFill>
                <a:latin typeface="Noto Sans Khmer"/>
                <a:ea typeface="Noto Sans Khmer"/>
                <a:cs typeface="Noto Sans Khmer"/>
              </a:rPr>
              <a:t>KWD USER ADOPTION PLAN</a:t>
            </a:r>
          </a:p>
        </p:txBody>
      </p:sp>
      <p:sp>
        <p:nvSpPr>
          <p:cNvPr id="4" name="">
            <a:extLst xmlns:a="http://schemas.openxmlformats.org/drawingml/2006/main">
              <a:ext uri="{FF2B5EF4-FFF2-40B4-BE49-F238E27FC236}">
                <a16:creationId xmlns:a16="http://schemas.microsoft.com/office/drawing/2014/main" id="{CB9E083A-54CA-4A45-9B71-4D69C2DA3ACA}"/>
              </a:ext>
            </a:extLst>
          </p:cNvPr>
          <p:cNvSpPr>
            <a:spLocks xmlns:a="http://schemas.openxmlformats.org/drawingml/2006/main" noGrp="1"/>
          </p:cNvSpPr>
          <p:nvPr/>
        </p:nvSpPr>
        <p:spPr>
          <a:xfrm xmlns:a="http://schemas.openxmlformats.org/drawingml/2006/main">
            <a:off x="11163300" y="266700"/>
            <a:ext cx="514350" cy="323850"/>
          </a:xfrm>
          <a:prstGeom xmlns:a="http://schemas.openxmlformats.org/drawingml/2006/main" prst="rect">
            <a:avLst/>
          </a:prstGeom>
          <a:solidFill xmlns:a="http://schemas.openxmlformats.org/drawingml/2006/main">
            <a:srgbClr val="EAB308"/>
          </a:solidFill>
          <a:ln xmlns:a="http://schemas.openxmlformats.org/drawingml/2006/main" w="28575">
            <a:solidFill>
              <a:srgbClr val="0B0B0B"/>
            </a:solid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lnSpc>
                <a:spcPct val="105000"/>
              </a:lnSpc>
              <a:buNone/>
              <a:defRPr sz="1350" b="1">
                <a:solidFill>
                  <a:srgbClr val="0B0B0B"/>
                </a:solidFill>
                <a:latin typeface="Noto Sans Khmer"/>
                <a:ea typeface="Noto Sans Khmer"/>
                <a:cs typeface="Noto Sans Khmer"/>
              </a:defRPr>
            </a:pPr>
            <a:r>
              <a:rPr sz="1350" b="1">
                <a:solidFill>
                  <a:srgbClr val="0B0B0B"/>
                </a:solidFill>
                <a:latin typeface="Noto Sans Khmer"/>
                <a:ea typeface="Noto Sans Khmer"/>
                <a:cs typeface="Noto Sans Khmer"/>
              </a:rPr>
              <a:t>05</a:t>
            </a:r>
          </a:p>
        </p:txBody>
      </p:sp>
      <p:sp>
        <p:nvSpPr>
          <p:cNvPr id="5" name="">
            <a:extLst xmlns:a="http://schemas.openxmlformats.org/drawingml/2006/main">
              <a:ext uri="{FF2B5EF4-FFF2-40B4-BE49-F238E27FC236}">
                <a16:creationId xmlns:a16="http://schemas.microsoft.com/office/drawing/2014/main" id="{B820C40B-5601-4ABD-8D2E-BF1AF9D532B4}"/>
              </a:ext>
            </a:extLst>
          </p:cNvPr>
          <p:cNvSpPr>
            <a:spLocks xmlns:a="http://schemas.openxmlformats.org/drawingml/2006/main" noGrp="1"/>
          </p:cNvSpPr>
          <p:nvPr/>
        </p:nvSpPr>
        <p:spPr>
          <a:xfrm xmlns:a="http://schemas.openxmlformats.org/drawingml/2006/main">
            <a:off x="514350" y="609600"/>
            <a:ext cx="8096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98000"/>
              </a:lnSpc>
              <a:buNone/>
              <a:defRPr sz="2850" b="1">
                <a:solidFill>
                  <a:srgbClr val="0B0B0B"/>
                </a:solidFill>
                <a:latin typeface="Noto Sans Khmer"/>
                <a:ea typeface="Noto Sans Khmer"/>
                <a:cs typeface="Noto Sans Khmer"/>
              </a:defRPr>
            </a:pPr>
            <a:r>
              <a:rPr sz="2850" b="1">
                <a:solidFill>
                  <a:srgbClr val="0B0B0B"/>
                </a:solidFill>
                <a:latin typeface="Noto Sans Khmer"/>
                <a:ea typeface="Noto Sans Khmer"/>
                <a:cs typeface="Noto Sans Khmer"/>
              </a:rPr>
              <a:t>រង្វិលជុំទាក់ទាញអ្នកប្រើ</a:t>
            </a:r>
          </a:p>
        </p:txBody>
      </p:sp>
      <p:sp>
        <p:nvSpPr>
          <p:cNvPr id="6" name="">
            <a:extLst xmlns:a="http://schemas.openxmlformats.org/drawingml/2006/main">
              <a:ext uri="{FF2B5EF4-FFF2-40B4-BE49-F238E27FC236}">
                <a16:creationId xmlns:a16="http://schemas.microsoft.com/office/drawing/2014/main" id="{A0106244-ED36-42EA-B94D-D9FBA244A13B}"/>
              </a:ext>
            </a:extLst>
          </p:cNvPr>
          <p:cNvSpPr>
            <a:spLocks xmlns:a="http://schemas.openxmlformats.org/drawingml/2006/main" noGrp="1"/>
          </p:cNvSpPr>
          <p:nvPr/>
        </p:nvSpPr>
        <p:spPr>
          <a:xfrm xmlns:a="http://schemas.openxmlformats.org/drawingml/2006/main">
            <a:off x="552450" y="1276350"/>
            <a:ext cx="790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5000"/>
              </a:lnSpc>
              <a:buNone/>
              <a:defRPr sz="1275" b="0">
                <a:solidFill>
                  <a:srgbClr val="383838"/>
                </a:solidFill>
                <a:latin typeface="Noto Sans Khmer"/>
                <a:ea typeface="Noto Sans Khmer"/>
                <a:cs typeface="Noto Sans Khmer"/>
              </a:defRPr>
            </a:pPr>
            <a:r>
              <a:rPr sz="1275" b="0">
                <a:solidFill>
                  <a:srgbClr val="383838"/>
                </a:solidFill>
                <a:latin typeface="Noto Sans Khmer"/>
                <a:ea typeface="Noto Sans Khmer"/>
                <a:cs typeface="Noto Sans Khmer"/>
              </a:rPr>
              <a:t>Adoption is designed as a loop, not a one-time signup.</a:t>
            </a:r>
          </a:p>
        </p:txBody>
      </p:sp>
      <p:sp>
        <p:nvSpPr>
          <p:cNvPr id="7" name="">
            <a:extLst xmlns:a="http://schemas.openxmlformats.org/drawingml/2006/main">
              <a:ext uri="{FF2B5EF4-FFF2-40B4-BE49-F238E27FC236}">
                <a16:creationId xmlns:a16="http://schemas.microsoft.com/office/drawing/2014/main" id="{62BA98D4-D19B-452C-B237-6BC0994CFA7E}"/>
              </a:ext>
            </a:extLst>
          </p:cNvPr>
          <p:cNvSpPr>
            <a:spLocks xmlns:a="http://schemas.openxmlformats.org/drawingml/2006/main" noGrp="1"/>
          </p:cNvSpPr>
          <p:nvPr/>
        </p:nvSpPr>
        <p:spPr>
          <a:xfrm xmlns:a="http://schemas.openxmlformats.org/drawingml/2006/main">
            <a:off x="723900" y="2343150"/>
            <a:ext cx="1809750" cy="18097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8" name="">
            <a:extLst xmlns:a="http://schemas.openxmlformats.org/drawingml/2006/main">
              <a:ext uri="{FF2B5EF4-FFF2-40B4-BE49-F238E27FC236}">
                <a16:creationId xmlns:a16="http://schemas.microsoft.com/office/drawing/2014/main" id="{80AF8C39-59DB-4DE9-85D0-5FD22EBD3485}"/>
              </a:ext>
            </a:extLst>
          </p:cNvPr>
          <p:cNvSpPr>
            <a:spLocks xmlns:a="http://schemas.openxmlformats.org/drawingml/2006/main" noGrp="1"/>
          </p:cNvSpPr>
          <p:nvPr/>
        </p:nvSpPr>
        <p:spPr>
          <a:xfrm xmlns:a="http://schemas.openxmlformats.org/drawingml/2006/main">
            <a:off x="666750" y="2286000"/>
            <a:ext cx="1809750" cy="1809750"/>
          </a:xfrm>
          <a:prstGeom xmlns:a="http://schemas.openxmlformats.org/drawingml/2006/main" prst="rect">
            <a:avLst/>
          </a:prstGeom>
          <a:solidFill xmlns:a="http://schemas.openxmlformats.org/drawingml/2006/main">
            <a:srgbClr val="EAB308"/>
          </a:solidFill>
          <a:ln xmlns:a="http://schemas.openxmlformats.org/drawingml/2006/main" w="28575">
            <a:solidFill>
              <a:srgbClr val="0B0B0B"/>
            </a:solidFill>
            <a:prstDash val="solid"/>
          </a:ln>
        </p:spPr>
      </p:sp>
      <p:sp>
        <p:nvSpPr>
          <p:cNvPr id="9" name="">
            <a:extLst xmlns:a="http://schemas.openxmlformats.org/drawingml/2006/main">
              <a:ext uri="{FF2B5EF4-FFF2-40B4-BE49-F238E27FC236}">
                <a16:creationId xmlns:a16="http://schemas.microsoft.com/office/drawing/2014/main" id="{EF443F18-E18E-480D-A7D5-0079DE912A00}"/>
              </a:ext>
            </a:extLst>
          </p:cNvPr>
          <p:cNvSpPr>
            <a:spLocks xmlns:a="http://schemas.openxmlformats.org/drawingml/2006/main" noGrp="1"/>
          </p:cNvSpPr>
          <p:nvPr/>
        </p:nvSpPr>
        <p:spPr>
          <a:xfrm xmlns:a="http://schemas.openxmlformats.org/drawingml/2006/main">
            <a:off x="809625" y="2400300"/>
            <a:ext cx="400050" cy="400050"/>
          </a:xfrm>
          <a:prstGeom xmlns:a="http://schemas.openxmlformats.org/drawingml/2006/main" prst="rect">
            <a:avLst/>
          </a:prstGeom>
          <a:solidFill xmlns:a="http://schemas.openxmlformats.org/drawingml/2006/main">
            <a:srgbClr val="0B0B0B"/>
          </a:solidFill>
          <a:ln xmlns:a="http://schemas.openxmlformats.org/drawingml/2006/main" w="0">
            <a:no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lnSpc>
                <a:spcPct val="105000"/>
              </a:lnSpc>
              <a:buNone/>
              <a:defRPr sz="1650" b="1">
                <a:solidFill>
                  <a:srgbClr val="EAB308"/>
                </a:solidFill>
                <a:latin typeface="Noto Sans Khmer"/>
                <a:ea typeface="Noto Sans Khmer"/>
                <a:cs typeface="Noto Sans Khmer"/>
              </a:defRPr>
            </a:pPr>
            <a:r>
              <a:rPr sz="1650" b="1">
                <a:solidFill>
                  <a:srgbClr val="EAB308"/>
                </a:solidFill>
                <a:latin typeface="Noto Sans Khmer"/>
                <a:ea typeface="Noto Sans Khmer"/>
                <a:cs typeface="Noto Sans Khmer"/>
              </a:rPr>
              <a:t>1</a:t>
            </a:r>
          </a:p>
        </p:txBody>
      </p:sp>
      <p:sp>
        <p:nvSpPr>
          <p:cNvPr id="10" name="">
            <a:extLst xmlns:a="http://schemas.openxmlformats.org/drawingml/2006/main">
              <a:ext uri="{FF2B5EF4-FFF2-40B4-BE49-F238E27FC236}">
                <a16:creationId xmlns:a16="http://schemas.microsoft.com/office/drawing/2014/main" id="{0B2833EC-6954-49CB-BAC3-16E5C2BF5438}"/>
              </a:ext>
            </a:extLst>
          </p:cNvPr>
          <p:cNvSpPr>
            <a:spLocks xmlns:a="http://schemas.openxmlformats.org/drawingml/2006/main" noGrp="1"/>
          </p:cNvSpPr>
          <p:nvPr/>
        </p:nvSpPr>
        <p:spPr>
          <a:xfrm xmlns:a="http://schemas.openxmlformats.org/drawingml/2006/main">
            <a:off x="819150" y="2914650"/>
            <a:ext cx="1504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87500"/>
          </a:bodyPr>
          <a:lstStyle xmlns:a="http://schemas.openxmlformats.org/drawingml/2006/main"/>
          <a:p xmlns:a="http://schemas.openxmlformats.org/drawingml/2006/main">
            <a:pPr algn="ctr">
              <a:lnSpc>
                <a:spcPct val="100000"/>
              </a:lnSpc>
              <a:buNone/>
              <a:defRPr sz="1500" b="1">
                <a:solidFill>
                  <a:srgbClr val="0B0B0B"/>
                </a:solidFill>
                <a:latin typeface="Noto Sans Khmer"/>
                <a:ea typeface="Noto Sans Khmer"/>
                <a:cs typeface="Noto Sans Khmer"/>
              </a:defRPr>
            </a:pPr>
            <a:r>
              <a:rPr sz="1500" b="1">
                <a:solidFill>
                  <a:srgbClr val="0B0B0B"/>
                </a:solidFill>
                <a:latin typeface="Noto Sans Khmer"/>
                <a:ea typeface="Noto Sans Khmer"/>
                <a:cs typeface="Noto Sans Khmer"/>
              </a:rPr>
              <a:t>Teacher creates class</a:t>
            </a:r>
          </a:p>
        </p:txBody>
      </p:sp>
      <p:sp>
        <p:nvSpPr>
          <p:cNvPr id="11" name="">
            <a:extLst xmlns:a="http://schemas.openxmlformats.org/drawingml/2006/main">
              <a:ext uri="{FF2B5EF4-FFF2-40B4-BE49-F238E27FC236}">
                <a16:creationId xmlns:a16="http://schemas.microsoft.com/office/drawing/2014/main" id="{815FB248-8486-42FB-AB72-6676C0B63878}"/>
              </a:ext>
            </a:extLst>
          </p:cNvPr>
          <p:cNvSpPr>
            <a:spLocks xmlns:a="http://schemas.openxmlformats.org/drawingml/2006/main" noGrp="1"/>
          </p:cNvSpPr>
          <p:nvPr/>
        </p:nvSpPr>
        <p:spPr>
          <a:xfrm xmlns:a="http://schemas.openxmlformats.org/drawingml/2006/main">
            <a:off x="838200" y="3486150"/>
            <a:ext cx="1466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96372"/>
          </a:bodyPr>
          <a:lstStyle xmlns:a="http://schemas.openxmlformats.org/drawingml/2006/main"/>
          <a:p xmlns:a="http://schemas.openxmlformats.org/drawingml/2006/main">
            <a:pPr algn="ctr">
              <a:lnSpc>
                <a:spcPct val="105000"/>
              </a:lnSpc>
              <a:buNone/>
              <a:defRPr sz="1050" b="0">
                <a:solidFill>
                  <a:srgbClr val="303030"/>
                </a:solidFill>
                <a:latin typeface="Noto Sans Khmer"/>
                <a:ea typeface="Noto Sans Khmer"/>
                <a:cs typeface="Noto Sans Khmer"/>
              </a:defRPr>
            </a:pPr>
            <a:r>
              <a:rPr sz="1050" b="0">
                <a:solidFill>
                  <a:srgbClr val="303030"/>
                </a:solidFill>
                <a:latin typeface="Noto Sans Khmer"/>
                <a:ea typeface="Noto Sans Khmer"/>
                <a:cs typeface="Noto Sans Khmer"/>
              </a:rPr>
              <a:t>Class Portal and invite code</a:t>
            </a:r>
          </a:p>
        </p:txBody>
      </p:sp>
      <p:sp>
        <p:nvSpPr>
          <p:cNvPr id="12" name="">
            <a:extLst xmlns:a="http://schemas.openxmlformats.org/drawingml/2006/main">
              <a:ext uri="{FF2B5EF4-FFF2-40B4-BE49-F238E27FC236}">
                <a16:creationId xmlns:a16="http://schemas.microsoft.com/office/drawing/2014/main" id="{2677A309-0CFA-4EA4-91E7-4CEF2D81D060}"/>
              </a:ext>
            </a:extLst>
          </p:cNvPr>
          <p:cNvSpPr>
            <a:spLocks xmlns:a="http://schemas.openxmlformats.org/drawingml/2006/main" noGrp="1"/>
          </p:cNvSpPr>
          <p:nvPr/>
        </p:nvSpPr>
        <p:spPr>
          <a:xfrm xmlns:a="http://schemas.openxmlformats.org/drawingml/2006/main">
            <a:off x="2552700" y="3105150"/>
            <a:ext cx="304800" cy="171450"/>
          </a:xfrm>
          <a:prstGeom xmlns:a="http://schemas.openxmlformats.org/drawingml/2006/main" prst="rightArrow">
            <a:avLst/>
          </a:prstGeom>
          <a:solidFill xmlns:a="http://schemas.openxmlformats.org/drawingml/2006/main">
            <a:srgbClr val="0B0B0B"/>
          </a:solidFill>
          <a:ln xmlns:a="http://schemas.openxmlformats.org/drawingml/2006/main" w="0">
            <a:solidFill>
              <a:srgbClr val="0B0B0B"/>
            </a:solidFill>
            <a:prstDash val="solid"/>
          </a:ln>
        </p:spPr>
      </p:sp>
      <p:sp>
        <p:nvSpPr>
          <p:cNvPr id="13" name="">
            <a:extLst xmlns:a="http://schemas.openxmlformats.org/drawingml/2006/main">
              <a:ext uri="{FF2B5EF4-FFF2-40B4-BE49-F238E27FC236}">
                <a16:creationId xmlns:a16="http://schemas.microsoft.com/office/drawing/2014/main" id="{85B12CA5-ACE9-44A4-9331-18626C8BD6F4}"/>
              </a:ext>
            </a:extLst>
          </p:cNvPr>
          <p:cNvSpPr>
            <a:spLocks xmlns:a="http://schemas.openxmlformats.org/drawingml/2006/main" noGrp="1"/>
          </p:cNvSpPr>
          <p:nvPr/>
        </p:nvSpPr>
        <p:spPr>
          <a:xfrm xmlns:a="http://schemas.openxmlformats.org/drawingml/2006/main">
            <a:off x="2990850" y="2343150"/>
            <a:ext cx="1809750" cy="18097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14" name="">
            <a:extLst xmlns:a="http://schemas.openxmlformats.org/drawingml/2006/main">
              <a:ext uri="{FF2B5EF4-FFF2-40B4-BE49-F238E27FC236}">
                <a16:creationId xmlns:a16="http://schemas.microsoft.com/office/drawing/2014/main" id="{D8C1CFC0-1DC5-4DFC-AB0A-3BC0B791E6D2}"/>
              </a:ext>
            </a:extLst>
          </p:cNvPr>
          <p:cNvSpPr>
            <a:spLocks xmlns:a="http://schemas.openxmlformats.org/drawingml/2006/main" noGrp="1"/>
          </p:cNvSpPr>
          <p:nvPr/>
        </p:nvSpPr>
        <p:spPr>
          <a:xfrm xmlns:a="http://schemas.openxmlformats.org/drawingml/2006/main">
            <a:off x="2933700" y="2286000"/>
            <a:ext cx="1809750" cy="180975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15" name="">
            <a:extLst xmlns:a="http://schemas.openxmlformats.org/drawingml/2006/main">
              <a:ext uri="{FF2B5EF4-FFF2-40B4-BE49-F238E27FC236}">
                <a16:creationId xmlns:a16="http://schemas.microsoft.com/office/drawing/2014/main" id="{6F5E03DD-33C6-4E01-AFBE-BF0FCE626B12}"/>
              </a:ext>
            </a:extLst>
          </p:cNvPr>
          <p:cNvSpPr>
            <a:spLocks xmlns:a="http://schemas.openxmlformats.org/drawingml/2006/main" noGrp="1"/>
          </p:cNvSpPr>
          <p:nvPr/>
        </p:nvSpPr>
        <p:spPr>
          <a:xfrm xmlns:a="http://schemas.openxmlformats.org/drawingml/2006/main">
            <a:off x="3076575" y="2400300"/>
            <a:ext cx="400050" cy="400050"/>
          </a:xfrm>
          <a:prstGeom xmlns:a="http://schemas.openxmlformats.org/drawingml/2006/main" prst="rect">
            <a:avLst/>
          </a:prstGeom>
          <a:solidFill xmlns:a="http://schemas.openxmlformats.org/drawingml/2006/main">
            <a:srgbClr val="0B0B0B"/>
          </a:solidFill>
          <a:ln xmlns:a="http://schemas.openxmlformats.org/drawingml/2006/main" w="0">
            <a:no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lnSpc>
                <a:spcPct val="105000"/>
              </a:lnSpc>
              <a:buNone/>
              <a:defRPr sz="1650" b="1">
                <a:solidFill>
                  <a:srgbClr val="EAB308"/>
                </a:solidFill>
                <a:latin typeface="Noto Sans Khmer"/>
                <a:ea typeface="Noto Sans Khmer"/>
                <a:cs typeface="Noto Sans Khmer"/>
              </a:defRPr>
            </a:pPr>
            <a:r>
              <a:rPr sz="1650" b="1">
                <a:solidFill>
                  <a:srgbClr val="EAB308"/>
                </a:solidFill>
                <a:latin typeface="Noto Sans Khmer"/>
                <a:ea typeface="Noto Sans Khmer"/>
                <a:cs typeface="Noto Sans Khmer"/>
              </a:rPr>
              <a:t>2</a:t>
            </a:r>
          </a:p>
        </p:txBody>
      </p:sp>
      <p:sp>
        <p:nvSpPr>
          <p:cNvPr id="16" name="">
            <a:extLst xmlns:a="http://schemas.openxmlformats.org/drawingml/2006/main">
              <a:ext uri="{FF2B5EF4-FFF2-40B4-BE49-F238E27FC236}">
                <a16:creationId xmlns:a16="http://schemas.microsoft.com/office/drawing/2014/main" id="{A373A32D-E488-4A48-A278-4C48E398CAE0}"/>
              </a:ext>
            </a:extLst>
          </p:cNvPr>
          <p:cNvSpPr>
            <a:spLocks xmlns:a="http://schemas.openxmlformats.org/drawingml/2006/main" noGrp="1"/>
          </p:cNvSpPr>
          <p:nvPr/>
        </p:nvSpPr>
        <p:spPr>
          <a:xfrm xmlns:a="http://schemas.openxmlformats.org/drawingml/2006/main">
            <a:off x="3086100" y="2914650"/>
            <a:ext cx="1504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87500"/>
          </a:bodyPr>
          <a:lstStyle xmlns:a="http://schemas.openxmlformats.org/drawingml/2006/main"/>
          <a:p xmlns:a="http://schemas.openxmlformats.org/drawingml/2006/main">
            <a:pPr algn="ctr">
              <a:lnSpc>
                <a:spcPct val="100000"/>
              </a:lnSpc>
              <a:buNone/>
              <a:defRPr sz="1500" b="1">
                <a:solidFill>
                  <a:srgbClr val="0B0B0B"/>
                </a:solidFill>
                <a:latin typeface="Noto Sans Khmer"/>
                <a:ea typeface="Noto Sans Khmer"/>
                <a:cs typeface="Noto Sans Khmer"/>
              </a:defRPr>
            </a:pPr>
            <a:r>
              <a:rPr sz="1500" b="1">
                <a:solidFill>
                  <a:srgbClr val="0B0B0B"/>
                </a:solidFill>
                <a:latin typeface="Noto Sans Khmer"/>
                <a:ea typeface="Noto Sans Khmer"/>
                <a:cs typeface="Noto Sans Khmer"/>
              </a:rPr>
              <a:t>Students join together</a:t>
            </a:r>
          </a:p>
        </p:txBody>
      </p:sp>
      <p:sp>
        <p:nvSpPr>
          <p:cNvPr id="17" name="">
            <a:extLst xmlns:a="http://schemas.openxmlformats.org/drawingml/2006/main">
              <a:ext uri="{FF2B5EF4-FFF2-40B4-BE49-F238E27FC236}">
                <a16:creationId xmlns:a16="http://schemas.microsoft.com/office/drawing/2014/main" id="{7DD35E88-9B99-4D6D-940E-AA8D5A42EB13}"/>
              </a:ext>
            </a:extLst>
          </p:cNvPr>
          <p:cNvSpPr>
            <a:spLocks xmlns:a="http://schemas.openxmlformats.org/drawingml/2006/main" noGrp="1"/>
          </p:cNvSpPr>
          <p:nvPr/>
        </p:nvSpPr>
        <p:spPr>
          <a:xfrm xmlns:a="http://schemas.openxmlformats.org/drawingml/2006/main">
            <a:off x="3105150" y="3486150"/>
            <a:ext cx="1466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96372"/>
          </a:bodyPr>
          <a:lstStyle xmlns:a="http://schemas.openxmlformats.org/drawingml/2006/main"/>
          <a:p xmlns:a="http://schemas.openxmlformats.org/drawingml/2006/main">
            <a:pPr algn="ctr">
              <a:lnSpc>
                <a:spcPct val="105000"/>
              </a:lnSpc>
              <a:buNone/>
              <a:defRPr sz="1050" b="0">
                <a:solidFill>
                  <a:srgbClr val="303030"/>
                </a:solidFill>
                <a:latin typeface="Noto Sans Khmer"/>
                <a:ea typeface="Noto Sans Khmer"/>
                <a:cs typeface="Noto Sans Khmer"/>
              </a:defRPr>
            </a:pPr>
            <a:r>
              <a:rPr sz="1050" b="0">
                <a:solidFill>
                  <a:srgbClr val="303030"/>
                </a:solidFill>
                <a:latin typeface="Noto Sans Khmer"/>
                <a:ea typeface="Noto Sans Khmer"/>
                <a:cs typeface="Noto Sans Khmer"/>
              </a:rPr>
              <a:t>Group energy and easier access</a:t>
            </a:r>
          </a:p>
        </p:txBody>
      </p:sp>
      <p:sp>
        <p:nvSpPr>
          <p:cNvPr id="18" name="">
            <a:extLst xmlns:a="http://schemas.openxmlformats.org/drawingml/2006/main">
              <a:ext uri="{FF2B5EF4-FFF2-40B4-BE49-F238E27FC236}">
                <a16:creationId xmlns:a16="http://schemas.microsoft.com/office/drawing/2014/main" id="{D52BEFBB-78E2-4DB0-8D76-E8B9ECF2BCD1}"/>
              </a:ext>
            </a:extLst>
          </p:cNvPr>
          <p:cNvSpPr>
            <a:spLocks xmlns:a="http://schemas.openxmlformats.org/drawingml/2006/main" noGrp="1"/>
          </p:cNvSpPr>
          <p:nvPr/>
        </p:nvSpPr>
        <p:spPr>
          <a:xfrm xmlns:a="http://schemas.openxmlformats.org/drawingml/2006/main">
            <a:off x="4819650" y="3105150"/>
            <a:ext cx="304800" cy="171450"/>
          </a:xfrm>
          <a:prstGeom xmlns:a="http://schemas.openxmlformats.org/drawingml/2006/main" prst="rightArrow">
            <a:avLst/>
          </a:prstGeom>
          <a:solidFill xmlns:a="http://schemas.openxmlformats.org/drawingml/2006/main">
            <a:srgbClr val="0B0B0B"/>
          </a:solidFill>
          <a:ln xmlns:a="http://schemas.openxmlformats.org/drawingml/2006/main" w="0">
            <a:solidFill>
              <a:srgbClr val="0B0B0B"/>
            </a:solidFill>
            <a:prstDash val="solid"/>
          </a:ln>
        </p:spPr>
      </p:sp>
      <p:sp>
        <p:nvSpPr>
          <p:cNvPr id="19" name="">
            <a:extLst xmlns:a="http://schemas.openxmlformats.org/drawingml/2006/main">
              <a:ext uri="{FF2B5EF4-FFF2-40B4-BE49-F238E27FC236}">
                <a16:creationId xmlns:a16="http://schemas.microsoft.com/office/drawing/2014/main" id="{494A2C6A-2F4C-472E-AD38-A343AF4FD1A7}"/>
              </a:ext>
            </a:extLst>
          </p:cNvPr>
          <p:cNvSpPr>
            <a:spLocks xmlns:a="http://schemas.openxmlformats.org/drawingml/2006/main" noGrp="1"/>
          </p:cNvSpPr>
          <p:nvPr/>
        </p:nvSpPr>
        <p:spPr>
          <a:xfrm xmlns:a="http://schemas.openxmlformats.org/drawingml/2006/main">
            <a:off x="5257800" y="2343150"/>
            <a:ext cx="1809750" cy="18097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20" name="">
            <a:extLst xmlns:a="http://schemas.openxmlformats.org/drawingml/2006/main">
              <a:ext uri="{FF2B5EF4-FFF2-40B4-BE49-F238E27FC236}">
                <a16:creationId xmlns:a16="http://schemas.microsoft.com/office/drawing/2014/main" id="{D43AEEC1-A99E-43E8-9323-FD52C2B62C0D}"/>
              </a:ext>
            </a:extLst>
          </p:cNvPr>
          <p:cNvSpPr>
            <a:spLocks xmlns:a="http://schemas.openxmlformats.org/drawingml/2006/main" noGrp="1"/>
          </p:cNvSpPr>
          <p:nvPr/>
        </p:nvSpPr>
        <p:spPr>
          <a:xfrm xmlns:a="http://schemas.openxmlformats.org/drawingml/2006/main">
            <a:off x="5200650" y="2286000"/>
            <a:ext cx="1809750" cy="1809750"/>
          </a:xfrm>
          <a:prstGeom xmlns:a="http://schemas.openxmlformats.org/drawingml/2006/main" prst="rect">
            <a:avLst/>
          </a:prstGeom>
          <a:solidFill xmlns:a="http://schemas.openxmlformats.org/drawingml/2006/main">
            <a:srgbClr val="EAB308"/>
          </a:solidFill>
          <a:ln xmlns:a="http://schemas.openxmlformats.org/drawingml/2006/main" w="28575">
            <a:solidFill>
              <a:srgbClr val="0B0B0B"/>
            </a:solidFill>
            <a:prstDash val="solid"/>
          </a:ln>
        </p:spPr>
      </p:sp>
      <p:sp>
        <p:nvSpPr>
          <p:cNvPr id="21" name="">
            <a:extLst xmlns:a="http://schemas.openxmlformats.org/drawingml/2006/main">
              <a:ext uri="{FF2B5EF4-FFF2-40B4-BE49-F238E27FC236}">
                <a16:creationId xmlns:a16="http://schemas.microsoft.com/office/drawing/2014/main" id="{25C5C164-B7AE-4DC9-B4B2-C1B85441C548}"/>
              </a:ext>
            </a:extLst>
          </p:cNvPr>
          <p:cNvSpPr>
            <a:spLocks xmlns:a="http://schemas.openxmlformats.org/drawingml/2006/main" noGrp="1"/>
          </p:cNvSpPr>
          <p:nvPr/>
        </p:nvSpPr>
        <p:spPr>
          <a:xfrm xmlns:a="http://schemas.openxmlformats.org/drawingml/2006/main">
            <a:off x="5343525" y="2400300"/>
            <a:ext cx="400050" cy="400050"/>
          </a:xfrm>
          <a:prstGeom xmlns:a="http://schemas.openxmlformats.org/drawingml/2006/main" prst="rect">
            <a:avLst/>
          </a:prstGeom>
          <a:solidFill xmlns:a="http://schemas.openxmlformats.org/drawingml/2006/main">
            <a:srgbClr val="0B0B0B"/>
          </a:solidFill>
          <a:ln xmlns:a="http://schemas.openxmlformats.org/drawingml/2006/main" w="0">
            <a:no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lnSpc>
                <a:spcPct val="105000"/>
              </a:lnSpc>
              <a:buNone/>
              <a:defRPr sz="1650" b="1">
                <a:solidFill>
                  <a:srgbClr val="EAB308"/>
                </a:solidFill>
                <a:latin typeface="Noto Sans Khmer"/>
                <a:ea typeface="Noto Sans Khmer"/>
                <a:cs typeface="Noto Sans Khmer"/>
              </a:defRPr>
            </a:pPr>
            <a:r>
              <a:rPr sz="1650" b="1">
                <a:solidFill>
                  <a:srgbClr val="EAB308"/>
                </a:solidFill>
                <a:latin typeface="Noto Sans Khmer"/>
                <a:ea typeface="Noto Sans Khmer"/>
                <a:cs typeface="Noto Sans Khmer"/>
              </a:rPr>
              <a:t>3</a:t>
            </a:r>
          </a:p>
        </p:txBody>
      </p:sp>
      <p:sp>
        <p:nvSpPr>
          <p:cNvPr id="22" name="">
            <a:extLst xmlns:a="http://schemas.openxmlformats.org/drawingml/2006/main">
              <a:ext uri="{FF2B5EF4-FFF2-40B4-BE49-F238E27FC236}">
                <a16:creationId xmlns:a16="http://schemas.microsoft.com/office/drawing/2014/main" id="{2A336EBC-6537-4529-A26E-FA6BD38930BC}"/>
              </a:ext>
            </a:extLst>
          </p:cNvPr>
          <p:cNvSpPr>
            <a:spLocks xmlns:a="http://schemas.openxmlformats.org/drawingml/2006/main" noGrp="1"/>
          </p:cNvSpPr>
          <p:nvPr/>
        </p:nvSpPr>
        <p:spPr>
          <a:xfrm xmlns:a="http://schemas.openxmlformats.org/drawingml/2006/main">
            <a:off x="5353050" y="2914650"/>
            <a:ext cx="1504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87500"/>
          </a:bodyPr>
          <a:lstStyle xmlns:a="http://schemas.openxmlformats.org/drawingml/2006/main"/>
          <a:p xmlns:a="http://schemas.openxmlformats.org/drawingml/2006/main">
            <a:pPr algn="ctr">
              <a:lnSpc>
                <a:spcPct val="100000"/>
              </a:lnSpc>
              <a:buNone/>
              <a:defRPr sz="1500" b="1">
                <a:solidFill>
                  <a:srgbClr val="0B0B0B"/>
                </a:solidFill>
                <a:latin typeface="Noto Sans Khmer"/>
                <a:ea typeface="Noto Sans Khmer"/>
                <a:cs typeface="Noto Sans Khmer"/>
              </a:defRPr>
            </a:pPr>
            <a:r>
              <a:rPr sz="1500" b="1">
                <a:solidFill>
                  <a:srgbClr val="0B0B0B"/>
                </a:solidFill>
                <a:latin typeface="Noto Sans Khmer"/>
                <a:ea typeface="Noto Sans Khmer"/>
                <a:cs typeface="Noto Sans Khmer"/>
              </a:rPr>
              <a:t>Practice feels like play</a:t>
            </a:r>
          </a:p>
        </p:txBody>
      </p:sp>
      <p:sp>
        <p:nvSpPr>
          <p:cNvPr id="23" name="">
            <a:extLst xmlns:a="http://schemas.openxmlformats.org/drawingml/2006/main">
              <a:ext uri="{FF2B5EF4-FFF2-40B4-BE49-F238E27FC236}">
                <a16:creationId xmlns:a16="http://schemas.microsoft.com/office/drawing/2014/main" id="{2A464F4E-B410-4E50-A3CE-1A42B5F32F91}"/>
              </a:ext>
            </a:extLst>
          </p:cNvPr>
          <p:cNvSpPr>
            <a:spLocks xmlns:a="http://schemas.openxmlformats.org/drawingml/2006/main" noGrp="1"/>
          </p:cNvSpPr>
          <p:nvPr/>
        </p:nvSpPr>
        <p:spPr>
          <a:xfrm xmlns:a="http://schemas.openxmlformats.org/drawingml/2006/main">
            <a:off x="5372100" y="3486150"/>
            <a:ext cx="1466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96372"/>
          </a:bodyPr>
          <a:lstStyle xmlns:a="http://schemas.openxmlformats.org/drawingml/2006/main"/>
          <a:p xmlns:a="http://schemas.openxmlformats.org/drawingml/2006/main">
            <a:pPr algn="ctr">
              <a:lnSpc>
                <a:spcPct val="105000"/>
              </a:lnSpc>
              <a:buNone/>
              <a:defRPr sz="1050" b="0">
                <a:solidFill>
                  <a:srgbClr val="303030"/>
                </a:solidFill>
                <a:latin typeface="Noto Sans Khmer"/>
                <a:ea typeface="Noto Sans Khmer"/>
                <a:cs typeface="Noto Sans Khmer"/>
              </a:defRPr>
            </a:pPr>
            <a:r>
              <a:rPr sz="1050" b="0">
                <a:solidFill>
                  <a:srgbClr val="303030"/>
                </a:solidFill>
                <a:latin typeface="Noto Sans Khmer"/>
                <a:ea typeface="Noto Sans Khmer"/>
                <a:cs typeface="Noto Sans Khmer"/>
              </a:rPr>
              <a:t>Quiz, streak, avatar, leaderboard</a:t>
            </a:r>
          </a:p>
        </p:txBody>
      </p:sp>
      <p:sp>
        <p:nvSpPr>
          <p:cNvPr id="24" name="">
            <a:extLst xmlns:a="http://schemas.openxmlformats.org/drawingml/2006/main">
              <a:ext uri="{FF2B5EF4-FFF2-40B4-BE49-F238E27FC236}">
                <a16:creationId xmlns:a16="http://schemas.microsoft.com/office/drawing/2014/main" id="{41B0CC53-B6C9-445E-BBDD-C17284FC12E0}"/>
              </a:ext>
            </a:extLst>
          </p:cNvPr>
          <p:cNvSpPr>
            <a:spLocks xmlns:a="http://schemas.openxmlformats.org/drawingml/2006/main" noGrp="1"/>
          </p:cNvSpPr>
          <p:nvPr/>
        </p:nvSpPr>
        <p:spPr>
          <a:xfrm xmlns:a="http://schemas.openxmlformats.org/drawingml/2006/main">
            <a:off x="7086600" y="3105150"/>
            <a:ext cx="304800" cy="171450"/>
          </a:xfrm>
          <a:prstGeom xmlns:a="http://schemas.openxmlformats.org/drawingml/2006/main" prst="rightArrow">
            <a:avLst/>
          </a:prstGeom>
          <a:solidFill xmlns:a="http://schemas.openxmlformats.org/drawingml/2006/main">
            <a:srgbClr val="0B0B0B"/>
          </a:solidFill>
          <a:ln xmlns:a="http://schemas.openxmlformats.org/drawingml/2006/main" w="0">
            <a:solidFill>
              <a:srgbClr val="0B0B0B"/>
            </a:solidFill>
            <a:prstDash val="solid"/>
          </a:ln>
        </p:spPr>
      </p:sp>
      <p:sp>
        <p:nvSpPr>
          <p:cNvPr id="25" name="">
            <a:extLst xmlns:a="http://schemas.openxmlformats.org/drawingml/2006/main">
              <a:ext uri="{FF2B5EF4-FFF2-40B4-BE49-F238E27FC236}">
                <a16:creationId xmlns:a16="http://schemas.microsoft.com/office/drawing/2014/main" id="{AC1E49B7-9A13-4ADF-8467-5B715D868868}"/>
              </a:ext>
            </a:extLst>
          </p:cNvPr>
          <p:cNvSpPr>
            <a:spLocks xmlns:a="http://schemas.openxmlformats.org/drawingml/2006/main" noGrp="1"/>
          </p:cNvSpPr>
          <p:nvPr/>
        </p:nvSpPr>
        <p:spPr>
          <a:xfrm xmlns:a="http://schemas.openxmlformats.org/drawingml/2006/main">
            <a:off x="7524750" y="2343150"/>
            <a:ext cx="1809750" cy="18097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26" name="">
            <a:extLst xmlns:a="http://schemas.openxmlformats.org/drawingml/2006/main">
              <a:ext uri="{FF2B5EF4-FFF2-40B4-BE49-F238E27FC236}">
                <a16:creationId xmlns:a16="http://schemas.microsoft.com/office/drawing/2014/main" id="{B2E7D45B-CCCC-4EF7-9F8A-B609C66F667F}"/>
              </a:ext>
            </a:extLst>
          </p:cNvPr>
          <p:cNvSpPr>
            <a:spLocks xmlns:a="http://schemas.openxmlformats.org/drawingml/2006/main" noGrp="1"/>
          </p:cNvSpPr>
          <p:nvPr/>
        </p:nvSpPr>
        <p:spPr>
          <a:xfrm xmlns:a="http://schemas.openxmlformats.org/drawingml/2006/main">
            <a:off x="7467600" y="2286000"/>
            <a:ext cx="1809750" cy="180975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27" name="">
            <a:extLst xmlns:a="http://schemas.openxmlformats.org/drawingml/2006/main">
              <a:ext uri="{FF2B5EF4-FFF2-40B4-BE49-F238E27FC236}">
                <a16:creationId xmlns:a16="http://schemas.microsoft.com/office/drawing/2014/main" id="{6EAFAAF7-2DCA-439C-BF97-04B8502F7B13}"/>
              </a:ext>
            </a:extLst>
          </p:cNvPr>
          <p:cNvSpPr>
            <a:spLocks xmlns:a="http://schemas.openxmlformats.org/drawingml/2006/main" noGrp="1"/>
          </p:cNvSpPr>
          <p:nvPr/>
        </p:nvSpPr>
        <p:spPr>
          <a:xfrm xmlns:a="http://schemas.openxmlformats.org/drawingml/2006/main">
            <a:off x="7610475" y="2400300"/>
            <a:ext cx="400050" cy="400050"/>
          </a:xfrm>
          <a:prstGeom xmlns:a="http://schemas.openxmlformats.org/drawingml/2006/main" prst="rect">
            <a:avLst/>
          </a:prstGeom>
          <a:solidFill xmlns:a="http://schemas.openxmlformats.org/drawingml/2006/main">
            <a:srgbClr val="0B0B0B"/>
          </a:solidFill>
          <a:ln xmlns:a="http://schemas.openxmlformats.org/drawingml/2006/main" w="0">
            <a:no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lnSpc>
                <a:spcPct val="105000"/>
              </a:lnSpc>
              <a:buNone/>
              <a:defRPr sz="1650" b="1">
                <a:solidFill>
                  <a:srgbClr val="EAB308"/>
                </a:solidFill>
                <a:latin typeface="Noto Sans Khmer"/>
                <a:ea typeface="Noto Sans Khmer"/>
                <a:cs typeface="Noto Sans Khmer"/>
              </a:defRPr>
            </a:pPr>
            <a:r>
              <a:rPr sz="1650" b="1">
                <a:solidFill>
                  <a:srgbClr val="EAB308"/>
                </a:solidFill>
                <a:latin typeface="Noto Sans Khmer"/>
                <a:ea typeface="Noto Sans Khmer"/>
                <a:cs typeface="Noto Sans Khmer"/>
              </a:rPr>
              <a:t>4</a:t>
            </a:r>
          </a:p>
        </p:txBody>
      </p:sp>
      <p:sp>
        <p:nvSpPr>
          <p:cNvPr id="28" name="">
            <a:extLst xmlns:a="http://schemas.openxmlformats.org/drawingml/2006/main">
              <a:ext uri="{FF2B5EF4-FFF2-40B4-BE49-F238E27FC236}">
                <a16:creationId xmlns:a16="http://schemas.microsoft.com/office/drawing/2014/main" id="{1EBEC967-36A0-4E0B-BB89-960EDA499F1A}"/>
              </a:ext>
            </a:extLst>
          </p:cNvPr>
          <p:cNvSpPr>
            <a:spLocks xmlns:a="http://schemas.openxmlformats.org/drawingml/2006/main" noGrp="1"/>
          </p:cNvSpPr>
          <p:nvPr/>
        </p:nvSpPr>
        <p:spPr>
          <a:xfrm xmlns:a="http://schemas.openxmlformats.org/drawingml/2006/main">
            <a:off x="7620000" y="2914650"/>
            <a:ext cx="1504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87500"/>
          </a:bodyPr>
          <a:lstStyle xmlns:a="http://schemas.openxmlformats.org/drawingml/2006/main"/>
          <a:p xmlns:a="http://schemas.openxmlformats.org/drawingml/2006/main">
            <a:pPr algn="ctr">
              <a:lnSpc>
                <a:spcPct val="100000"/>
              </a:lnSpc>
              <a:buNone/>
              <a:defRPr sz="1500" b="1">
                <a:solidFill>
                  <a:srgbClr val="0B0B0B"/>
                </a:solidFill>
                <a:latin typeface="Noto Sans Khmer"/>
                <a:ea typeface="Noto Sans Khmer"/>
                <a:cs typeface="Noto Sans Khmer"/>
              </a:defRPr>
            </a:pPr>
            <a:r>
              <a:rPr sz="1500" b="1">
                <a:solidFill>
                  <a:srgbClr val="0B0B0B"/>
                </a:solidFill>
                <a:latin typeface="Noto Sans Khmer"/>
                <a:ea typeface="Noto Sans Khmer"/>
                <a:cs typeface="Noto Sans Khmer"/>
              </a:rPr>
              <a:t>Value becomes visible</a:t>
            </a:r>
          </a:p>
        </p:txBody>
      </p:sp>
      <p:sp>
        <p:nvSpPr>
          <p:cNvPr id="29" name="">
            <a:extLst xmlns:a="http://schemas.openxmlformats.org/drawingml/2006/main">
              <a:ext uri="{FF2B5EF4-FFF2-40B4-BE49-F238E27FC236}">
                <a16:creationId xmlns:a16="http://schemas.microsoft.com/office/drawing/2014/main" id="{5643F54A-6174-4563-884A-47A05DA1FB55}"/>
              </a:ext>
            </a:extLst>
          </p:cNvPr>
          <p:cNvSpPr>
            <a:spLocks xmlns:a="http://schemas.openxmlformats.org/drawingml/2006/main" noGrp="1"/>
          </p:cNvSpPr>
          <p:nvPr/>
        </p:nvSpPr>
        <p:spPr>
          <a:xfrm xmlns:a="http://schemas.openxmlformats.org/drawingml/2006/main">
            <a:off x="7639050" y="3486150"/>
            <a:ext cx="1466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96372"/>
          </a:bodyPr>
          <a:lstStyle xmlns:a="http://schemas.openxmlformats.org/drawingml/2006/main"/>
          <a:p xmlns:a="http://schemas.openxmlformats.org/drawingml/2006/main">
            <a:pPr algn="ctr">
              <a:lnSpc>
                <a:spcPct val="105000"/>
              </a:lnSpc>
              <a:buNone/>
              <a:defRPr sz="1050" b="0">
                <a:solidFill>
                  <a:srgbClr val="303030"/>
                </a:solidFill>
                <a:latin typeface="Noto Sans Khmer"/>
                <a:ea typeface="Noto Sans Khmer"/>
                <a:cs typeface="Noto Sans Khmer"/>
              </a:defRPr>
            </a:pPr>
            <a:r>
              <a:rPr sz="1050" b="0">
                <a:solidFill>
                  <a:srgbClr val="303030"/>
                </a:solidFill>
                <a:latin typeface="Noto Sans Khmer"/>
                <a:ea typeface="Noto Sans Khmer"/>
                <a:cs typeface="Noto Sans Khmer"/>
              </a:rPr>
              <a:t>Progress, AI explanations, rewards</a:t>
            </a:r>
          </a:p>
        </p:txBody>
      </p:sp>
      <p:sp>
        <p:nvSpPr>
          <p:cNvPr id="30" name="">
            <a:extLst xmlns:a="http://schemas.openxmlformats.org/drawingml/2006/main">
              <a:ext uri="{FF2B5EF4-FFF2-40B4-BE49-F238E27FC236}">
                <a16:creationId xmlns:a16="http://schemas.microsoft.com/office/drawing/2014/main" id="{CA8C13BC-9524-4C63-98E9-48525D09D570}"/>
              </a:ext>
            </a:extLst>
          </p:cNvPr>
          <p:cNvSpPr>
            <a:spLocks xmlns:a="http://schemas.openxmlformats.org/drawingml/2006/main" noGrp="1"/>
          </p:cNvSpPr>
          <p:nvPr/>
        </p:nvSpPr>
        <p:spPr>
          <a:xfrm xmlns:a="http://schemas.openxmlformats.org/drawingml/2006/main">
            <a:off x="9353550" y="3105150"/>
            <a:ext cx="304800" cy="171450"/>
          </a:xfrm>
          <a:prstGeom xmlns:a="http://schemas.openxmlformats.org/drawingml/2006/main" prst="rightArrow">
            <a:avLst/>
          </a:prstGeom>
          <a:solidFill xmlns:a="http://schemas.openxmlformats.org/drawingml/2006/main">
            <a:srgbClr val="0B0B0B"/>
          </a:solidFill>
          <a:ln xmlns:a="http://schemas.openxmlformats.org/drawingml/2006/main" w="0">
            <a:solidFill>
              <a:srgbClr val="0B0B0B"/>
            </a:solidFill>
            <a:prstDash val="solid"/>
          </a:ln>
        </p:spPr>
      </p:sp>
      <p:sp>
        <p:nvSpPr>
          <p:cNvPr id="31" name="">
            <a:extLst xmlns:a="http://schemas.openxmlformats.org/drawingml/2006/main">
              <a:ext uri="{FF2B5EF4-FFF2-40B4-BE49-F238E27FC236}">
                <a16:creationId xmlns:a16="http://schemas.microsoft.com/office/drawing/2014/main" id="{D0B14B69-9E58-4E51-942C-9C98272BE2AD}"/>
              </a:ext>
            </a:extLst>
          </p:cNvPr>
          <p:cNvSpPr>
            <a:spLocks xmlns:a="http://schemas.openxmlformats.org/drawingml/2006/main" noGrp="1"/>
          </p:cNvSpPr>
          <p:nvPr/>
        </p:nvSpPr>
        <p:spPr>
          <a:xfrm xmlns:a="http://schemas.openxmlformats.org/drawingml/2006/main">
            <a:off x="9791700" y="2343150"/>
            <a:ext cx="1809750" cy="18097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32" name="">
            <a:extLst xmlns:a="http://schemas.openxmlformats.org/drawingml/2006/main">
              <a:ext uri="{FF2B5EF4-FFF2-40B4-BE49-F238E27FC236}">
                <a16:creationId xmlns:a16="http://schemas.microsoft.com/office/drawing/2014/main" id="{8F38F5C7-6A20-4147-A6F1-0C0AF282051B}"/>
              </a:ext>
            </a:extLst>
          </p:cNvPr>
          <p:cNvSpPr>
            <a:spLocks xmlns:a="http://schemas.openxmlformats.org/drawingml/2006/main" noGrp="1"/>
          </p:cNvSpPr>
          <p:nvPr/>
        </p:nvSpPr>
        <p:spPr>
          <a:xfrm xmlns:a="http://schemas.openxmlformats.org/drawingml/2006/main">
            <a:off x="9734550" y="2286000"/>
            <a:ext cx="1809750" cy="1809750"/>
          </a:xfrm>
          <a:prstGeom xmlns:a="http://schemas.openxmlformats.org/drawingml/2006/main" prst="rect">
            <a:avLst/>
          </a:prstGeom>
          <a:solidFill xmlns:a="http://schemas.openxmlformats.org/drawingml/2006/main">
            <a:srgbClr val="EAB308"/>
          </a:solidFill>
          <a:ln xmlns:a="http://schemas.openxmlformats.org/drawingml/2006/main" w="28575">
            <a:solidFill>
              <a:srgbClr val="0B0B0B"/>
            </a:solidFill>
            <a:prstDash val="solid"/>
          </a:ln>
        </p:spPr>
      </p:sp>
      <p:sp>
        <p:nvSpPr>
          <p:cNvPr id="33" name="">
            <a:extLst xmlns:a="http://schemas.openxmlformats.org/drawingml/2006/main">
              <a:ext uri="{FF2B5EF4-FFF2-40B4-BE49-F238E27FC236}">
                <a16:creationId xmlns:a16="http://schemas.microsoft.com/office/drawing/2014/main" id="{2E6CB680-3B15-4EC8-8B79-5258036AA544}"/>
              </a:ext>
            </a:extLst>
          </p:cNvPr>
          <p:cNvSpPr>
            <a:spLocks xmlns:a="http://schemas.openxmlformats.org/drawingml/2006/main" noGrp="1"/>
          </p:cNvSpPr>
          <p:nvPr/>
        </p:nvSpPr>
        <p:spPr>
          <a:xfrm xmlns:a="http://schemas.openxmlformats.org/drawingml/2006/main">
            <a:off x="9877425" y="2400300"/>
            <a:ext cx="400050" cy="400050"/>
          </a:xfrm>
          <a:prstGeom xmlns:a="http://schemas.openxmlformats.org/drawingml/2006/main" prst="rect">
            <a:avLst/>
          </a:prstGeom>
          <a:solidFill xmlns:a="http://schemas.openxmlformats.org/drawingml/2006/main">
            <a:srgbClr val="0B0B0B"/>
          </a:solidFill>
          <a:ln xmlns:a="http://schemas.openxmlformats.org/drawingml/2006/main" w="0">
            <a:no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lnSpc>
                <a:spcPct val="105000"/>
              </a:lnSpc>
              <a:buNone/>
              <a:defRPr sz="1650" b="1">
                <a:solidFill>
                  <a:srgbClr val="EAB308"/>
                </a:solidFill>
                <a:latin typeface="Noto Sans Khmer"/>
                <a:ea typeface="Noto Sans Khmer"/>
                <a:cs typeface="Noto Sans Khmer"/>
              </a:defRPr>
            </a:pPr>
            <a:r>
              <a:rPr sz="1650" b="1">
                <a:solidFill>
                  <a:srgbClr val="EAB308"/>
                </a:solidFill>
                <a:latin typeface="Noto Sans Khmer"/>
                <a:ea typeface="Noto Sans Khmer"/>
                <a:cs typeface="Noto Sans Khmer"/>
              </a:rPr>
              <a:t>5</a:t>
            </a:r>
          </a:p>
        </p:txBody>
      </p:sp>
      <p:sp>
        <p:nvSpPr>
          <p:cNvPr id="34" name="">
            <a:extLst xmlns:a="http://schemas.openxmlformats.org/drawingml/2006/main">
              <a:ext uri="{FF2B5EF4-FFF2-40B4-BE49-F238E27FC236}">
                <a16:creationId xmlns:a16="http://schemas.microsoft.com/office/drawing/2014/main" id="{C690CB07-C7D0-4519-805E-E1CCB462D1C5}"/>
              </a:ext>
            </a:extLst>
          </p:cNvPr>
          <p:cNvSpPr>
            <a:spLocks xmlns:a="http://schemas.openxmlformats.org/drawingml/2006/main" noGrp="1"/>
          </p:cNvSpPr>
          <p:nvPr/>
        </p:nvSpPr>
        <p:spPr>
          <a:xfrm xmlns:a="http://schemas.openxmlformats.org/drawingml/2006/main">
            <a:off x="9886950" y="2914650"/>
            <a:ext cx="1504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93412"/>
          </a:bodyPr>
          <a:lstStyle xmlns:a="http://schemas.openxmlformats.org/drawingml/2006/main"/>
          <a:p xmlns:a="http://schemas.openxmlformats.org/drawingml/2006/main">
            <a:pPr algn="ctr">
              <a:lnSpc>
                <a:spcPct val="100000"/>
              </a:lnSpc>
              <a:buNone/>
              <a:defRPr sz="1500" b="1">
                <a:solidFill>
                  <a:srgbClr val="0B0B0B"/>
                </a:solidFill>
                <a:latin typeface="Noto Sans Khmer"/>
                <a:ea typeface="Noto Sans Khmer"/>
                <a:cs typeface="Noto Sans Khmer"/>
              </a:defRPr>
            </a:pPr>
            <a:r>
              <a:rPr sz="1500" b="1">
                <a:solidFill>
                  <a:srgbClr val="0B0B0B"/>
                </a:solidFill>
                <a:latin typeface="Noto Sans Khmer"/>
                <a:ea typeface="Noto Sans Khmer"/>
                <a:cs typeface="Noto Sans Khmer"/>
              </a:rPr>
              <a:t>Renew and refer</a:t>
            </a:r>
          </a:p>
        </p:txBody>
      </p:sp>
      <p:sp>
        <p:nvSpPr>
          <p:cNvPr id="35" name="">
            <a:extLst xmlns:a="http://schemas.openxmlformats.org/drawingml/2006/main">
              <a:ext uri="{FF2B5EF4-FFF2-40B4-BE49-F238E27FC236}">
                <a16:creationId xmlns:a16="http://schemas.microsoft.com/office/drawing/2014/main" id="{32F6DEDB-39A0-47FA-9D12-EC1A00F12CF8}"/>
              </a:ext>
            </a:extLst>
          </p:cNvPr>
          <p:cNvSpPr>
            <a:spLocks xmlns:a="http://schemas.openxmlformats.org/drawingml/2006/main" noGrp="1"/>
          </p:cNvSpPr>
          <p:nvPr/>
        </p:nvSpPr>
        <p:spPr>
          <a:xfrm xmlns:a="http://schemas.openxmlformats.org/drawingml/2006/main">
            <a:off x="9906000" y="3486150"/>
            <a:ext cx="1466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96372"/>
          </a:bodyPr>
          <a:lstStyle xmlns:a="http://schemas.openxmlformats.org/drawingml/2006/main"/>
          <a:p xmlns:a="http://schemas.openxmlformats.org/drawingml/2006/main">
            <a:pPr algn="ctr">
              <a:lnSpc>
                <a:spcPct val="105000"/>
              </a:lnSpc>
              <a:buNone/>
              <a:defRPr sz="1050" b="0">
                <a:solidFill>
                  <a:srgbClr val="303030"/>
                </a:solidFill>
                <a:latin typeface="Noto Sans Khmer"/>
                <a:ea typeface="Noto Sans Khmer"/>
                <a:cs typeface="Noto Sans Khmer"/>
              </a:defRPr>
            </a:pPr>
            <a:r>
              <a:rPr sz="1050" b="0">
                <a:solidFill>
                  <a:srgbClr val="303030"/>
                </a:solidFill>
                <a:latin typeface="Noto Sans Khmer"/>
                <a:ea typeface="Noto Sans Khmer"/>
                <a:cs typeface="Noto Sans Khmer"/>
              </a:rPr>
              <a:t>Subscription, referral, school growth</a:t>
            </a:r>
          </a:p>
        </p:txBody>
      </p:sp>
      <p:sp>
        <p:nvSpPr>
          <p:cNvPr id="36" name="">
            <a:extLst xmlns:a="http://schemas.openxmlformats.org/drawingml/2006/main">
              <a:ext uri="{FF2B5EF4-FFF2-40B4-BE49-F238E27FC236}">
                <a16:creationId xmlns:a16="http://schemas.microsoft.com/office/drawing/2014/main" id="{3A4871E5-5DC6-40C9-9A2D-89544C56A9BF}"/>
              </a:ext>
            </a:extLst>
          </p:cNvPr>
          <p:cNvSpPr>
            <a:spLocks xmlns:a="http://schemas.openxmlformats.org/drawingml/2006/main" noGrp="1"/>
          </p:cNvSpPr>
          <p:nvPr/>
        </p:nvSpPr>
        <p:spPr>
          <a:xfrm xmlns:a="http://schemas.openxmlformats.org/drawingml/2006/main">
            <a:off x="1857375" y="4924425"/>
            <a:ext cx="8610600" cy="7810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37" name="">
            <a:extLst xmlns:a="http://schemas.openxmlformats.org/drawingml/2006/main">
              <a:ext uri="{FF2B5EF4-FFF2-40B4-BE49-F238E27FC236}">
                <a16:creationId xmlns:a16="http://schemas.microsoft.com/office/drawing/2014/main" id="{A693676A-1056-46EC-9309-7CF1BD0572C2}"/>
              </a:ext>
            </a:extLst>
          </p:cNvPr>
          <p:cNvSpPr>
            <a:spLocks xmlns:a="http://schemas.openxmlformats.org/drawingml/2006/main" noGrp="1"/>
          </p:cNvSpPr>
          <p:nvPr/>
        </p:nvSpPr>
        <p:spPr>
          <a:xfrm xmlns:a="http://schemas.openxmlformats.org/drawingml/2006/main">
            <a:off x="1790700" y="4857750"/>
            <a:ext cx="8610600" cy="78105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38" name="">
            <a:extLst xmlns:a="http://schemas.openxmlformats.org/drawingml/2006/main">
              <a:ext uri="{FF2B5EF4-FFF2-40B4-BE49-F238E27FC236}">
                <a16:creationId xmlns:a16="http://schemas.microsoft.com/office/drawing/2014/main" id="{CDC8618E-9F33-428B-A3B0-0F8E44F14CEA}"/>
              </a:ext>
            </a:extLst>
          </p:cNvPr>
          <p:cNvSpPr>
            <a:spLocks xmlns:a="http://schemas.openxmlformats.org/drawingml/2006/main" noGrp="1"/>
          </p:cNvSpPr>
          <p:nvPr/>
        </p:nvSpPr>
        <p:spPr>
          <a:xfrm xmlns:a="http://schemas.openxmlformats.org/drawingml/2006/main">
            <a:off x="2095500" y="5067300"/>
            <a:ext cx="800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60469"/>
          </a:bodyPr>
          <a:lstStyle xmlns:a="http://schemas.openxmlformats.org/drawingml/2006/main"/>
          <a:p xmlns:a="http://schemas.openxmlformats.org/drawingml/2006/main">
            <a:pPr algn="ctr">
              <a:lnSpc>
                <a:spcPct val="105000"/>
              </a:lnSpc>
              <a:buNone/>
              <a:defRPr sz="1575" b="1">
                <a:solidFill>
                  <a:srgbClr val="0B0B0B"/>
                </a:solidFill>
                <a:latin typeface="Noto Sans Khmer"/>
                <a:ea typeface="Noto Sans Khmer"/>
                <a:cs typeface="Noto Sans Khmer"/>
              </a:defRPr>
            </a:pPr>
            <a:r>
              <a:rPr sz="1575" b="1">
                <a:solidFill>
                  <a:srgbClr val="0B0B0B"/>
                </a:solidFill>
                <a:latin typeface="Noto Sans Khmer"/>
                <a:ea typeface="Noto Sans Khmer"/>
                <a:cs typeface="Noto Sans Khmer"/>
              </a:rPr>
              <a:t>The loop works because each user helps the next: teacher access creates student activity, student activity creates proof, proof supports subscription and referrals.</a:t>
            </a:r>
          </a:p>
        </p:txBody>
      </p:sp>
    </p:spTree>
    <p:extLst>
      <p:ext uri="{BB962C8B-B14F-4D97-AF65-F5344CB8AC3E}">
        <p14:creationId xmlns:p14="http://schemas.microsoft.com/office/powerpoint/2010/main" val="1024980073"/>
      </p:ext>
    </p:extLst>
  </p:cSld>
</p:sld>
</file>

<file path=ppt/slides/slide6.xml><?xml version="1.0" encoding="utf-8"?>
<p:sld xmlns:p="http://schemas.openxmlformats.org/presentationml/2006/main">
  <p:cSld>
    <p:bg>
      <p:bgPr>
        <a:solidFill xmlns:a="http://schemas.openxmlformats.org/drawingml/2006/main">
          <a:srgbClr val="FFF8D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2718C36-EE07-45CF-86F4-F542E2D41023}"/>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EAB308"/>
          </a:solidFill>
          <a:ln xmlns:a="http://schemas.openxmlformats.org/drawingml/2006/main" w="0">
            <a:solidFill>
              <a:srgbClr val="0B0B0B"/>
            </a:solidFill>
            <a:prstDash val="solid"/>
          </a:ln>
        </p:spPr>
      </p:sp>
      <p:sp>
        <p:nvSpPr>
          <p:cNvPr id="2" name="">
            <a:extLst xmlns:a="http://schemas.openxmlformats.org/drawingml/2006/main">
              <a:ext uri="{FF2B5EF4-FFF2-40B4-BE49-F238E27FC236}">
                <a16:creationId xmlns:a16="http://schemas.microsoft.com/office/drawing/2014/main" id="{588A633D-9C72-4050-AB2F-220C0482CAAA}"/>
              </a:ext>
            </a:extLst>
          </p:cNvPr>
          <p:cNvSpPr>
            <a:spLocks xmlns:a="http://schemas.openxmlformats.org/drawingml/2006/main" noGrp="1"/>
          </p:cNvSpPr>
          <p:nvPr/>
        </p:nvSpPr>
        <p:spPr>
          <a:xfrm xmlns:a="http://schemas.openxmlformats.org/drawingml/2006/main">
            <a:off x="0" y="6686550"/>
            <a:ext cx="12192000" cy="1714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3" name="">
            <a:extLst xmlns:a="http://schemas.openxmlformats.org/drawingml/2006/main">
              <a:ext uri="{FF2B5EF4-FFF2-40B4-BE49-F238E27FC236}">
                <a16:creationId xmlns:a16="http://schemas.microsoft.com/office/drawing/2014/main" id="{3B4DE26F-6D23-475A-B16C-1678269BF6C7}"/>
              </a:ext>
            </a:extLst>
          </p:cNvPr>
          <p:cNvSpPr>
            <a:spLocks xmlns:a="http://schemas.openxmlformats.org/drawingml/2006/main" noGrp="1"/>
          </p:cNvSpPr>
          <p:nvPr/>
        </p:nvSpPr>
        <p:spPr>
          <a:xfrm xmlns:a="http://schemas.openxmlformats.org/drawingml/2006/main">
            <a:off x="514350" y="2857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5000"/>
              </a:lnSpc>
              <a:buNone/>
              <a:defRPr sz="975" b="1">
                <a:solidFill>
                  <a:srgbClr val="0B0B0B"/>
                </a:solidFill>
                <a:latin typeface="Noto Sans Khmer"/>
                <a:ea typeface="Noto Sans Khmer"/>
                <a:cs typeface="Noto Sans Khmer"/>
              </a:defRPr>
            </a:pPr>
            <a:r>
              <a:rPr sz="975" b="1">
                <a:solidFill>
                  <a:srgbClr val="0B0B0B"/>
                </a:solidFill>
                <a:latin typeface="Noto Sans Khmer"/>
                <a:ea typeface="Noto Sans Khmer"/>
                <a:cs typeface="Noto Sans Khmer"/>
              </a:rPr>
              <a:t>KWD USER ADOPTION PLAN</a:t>
            </a:r>
          </a:p>
        </p:txBody>
      </p:sp>
      <p:sp>
        <p:nvSpPr>
          <p:cNvPr id="4" name="">
            <a:extLst xmlns:a="http://schemas.openxmlformats.org/drawingml/2006/main">
              <a:ext uri="{FF2B5EF4-FFF2-40B4-BE49-F238E27FC236}">
                <a16:creationId xmlns:a16="http://schemas.microsoft.com/office/drawing/2014/main" id="{1FB7FC7F-80A4-403E-951C-9BEAC0BCEE54}"/>
              </a:ext>
            </a:extLst>
          </p:cNvPr>
          <p:cNvSpPr>
            <a:spLocks xmlns:a="http://schemas.openxmlformats.org/drawingml/2006/main" noGrp="1"/>
          </p:cNvSpPr>
          <p:nvPr/>
        </p:nvSpPr>
        <p:spPr>
          <a:xfrm xmlns:a="http://schemas.openxmlformats.org/drawingml/2006/main">
            <a:off x="11163300" y="266700"/>
            <a:ext cx="514350" cy="323850"/>
          </a:xfrm>
          <a:prstGeom xmlns:a="http://schemas.openxmlformats.org/drawingml/2006/main" prst="rect">
            <a:avLst/>
          </a:prstGeom>
          <a:solidFill xmlns:a="http://schemas.openxmlformats.org/drawingml/2006/main">
            <a:srgbClr val="EAB308"/>
          </a:solidFill>
          <a:ln xmlns:a="http://schemas.openxmlformats.org/drawingml/2006/main" w="28575">
            <a:solidFill>
              <a:srgbClr val="0B0B0B"/>
            </a:solid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lnSpc>
                <a:spcPct val="105000"/>
              </a:lnSpc>
              <a:buNone/>
              <a:defRPr sz="1350" b="1">
                <a:solidFill>
                  <a:srgbClr val="0B0B0B"/>
                </a:solidFill>
                <a:latin typeface="Noto Sans Khmer"/>
                <a:ea typeface="Noto Sans Khmer"/>
                <a:cs typeface="Noto Sans Khmer"/>
              </a:defRPr>
            </a:pPr>
            <a:r>
              <a:rPr sz="1350" b="1">
                <a:solidFill>
                  <a:srgbClr val="0B0B0B"/>
                </a:solidFill>
                <a:latin typeface="Noto Sans Khmer"/>
                <a:ea typeface="Noto Sans Khmer"/>
                <a:cs typeface="Noto Sans Khmer"/>
              </a:rPr>
              <a:t>06</a:t>
            </a:r>
          </a:p>
        </p:txBody>
      </p:sp>
      <p:sp>
        <p:nvSpPr>
          <p:cNvPr id="5" name="">
            <a:extLst xmlns:a="http://schemas.openxmlformats.org/drawingml/2006/main">
              <a:ext uri="{FF2B5EF4-FFF2-40B4-BE49-F238E27FC236}">
                <a16:creationId xmlns:a16="http://schemas.microsoft.com/office/drawing/2014/main" id="{5EF583E6-52B5-40DD-9191-BE5CA63E6DC6}"/>
              </a:ext>
            </a:extLst>
          </p:cNvPr>
          <p:cNvSpPr>
            <a:spLocks xmlns:a="http://schemas.openxmlformats.org/drawingml/2006/main" noGrp="1"/>
          </p:cNvSpPr>
          <p:nvPr/>
        </p:nvSpPr>
        <p:spPr>
          <a:xfrm xmlns:a="http://schemas.openxmlformats.org/drawingml/2006/main">
            <a:off x="514350" y="609600"/>
            <a:ext cx="8096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98000"/>
              </a:lnSpc>
              <a:buNone/>
              <a:defRPr sz="2850" b="1">
                <a:solidFill>
                  <a:srgbClr val="0B0B0B"/>
                </a:solidFill>
                <a:latin typeface="Noto Sans Khmer"/>
                <a:ea typeface="Noto Sans Khmer"/>
                <a:cs typeface="Noto Sans Khmer"/>
              </a:defRPr>
            </a:pPr>
            <a:r>
              <a:rPr sz="2850" b="1">
                <a:solidFill>
                  <a:srgbClr val="0B0B0B"/>
                </a:solidFill>
                <a:latin typeface="Noto Sans Khmer"/>
                <a:ea typeface="Noto Sans Khmer"/>
                <a:cs typeface="Noto Sans Khmer"/>
              </a:rPr>
              <a:t>យើងបានធ្វើអ្វីរួចហើយ</a:t>
            </a:r>
          </a:p>
        </p:txBody>
      </p:sp>
      <p:sp>
        <p:nvSpPr>
          <p:cNvPr id="6" name="">
            <a:extLst xmlns:a="http://schemas.openxmlformats.org/drawingml/2006/main">
              <a:ext uri="{FF2B5EF4-FFF2-40B4-BE49-F238E27FC236}">
                <a16:creationId xmlns:a16="http://schemas.microsoft.com/office/drawing/2014/main" id="{0AC6DFCA-7DDA-47CA-949C-559665786913}"/>
              </a:ext>
            </a:extLst>
          </p:cNvPr>
          <p:cNvSpPr>
            <a:spLocks xmlns:a="http://schemas.openxmlformats.org/drawingml/2006/main" noGrp="1"/>
          </p:cNvSpPr>
          <p:nvPr/>
        </p:nvSpPr>
        <p:spPr>
          <a:xfrm xmlns:a="http://schemas.openxmlformats.org/drawingml/2006/main">
            <a:off x="552450" y="1276350"/>
            <a:ext cx="790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5000"/>
              </a:lnSpc>
              <a:buNone/>
              <a:defRPr sz="1275" b="0">
                <a:solidFill>
                  <a:srgbClr val="383838"/>
                </a:solidFill>
                <a:latin typeface="Noto Sans Khmer"/>
                <a:ea typeface="Noto Sans Khmer"/>
                <a:cs typeface="Noto Sans Khmer"/>
              </a:defRPr>
            </a:pPr>
            <a:r>
              <a:rPr sz="1275" b="0">
                <a:solidFill>
                  <a:srgbClr val="383838"/>
                </a:solidFill>
                <a:latin typeface="Noto Sans Khmer"/>
                <a:ea typeface="Noto Sans Khmer"/>
                <a:cs typeface="Noto Sans Khmer"/>
              </a:rPr>
              <a:t>Early validation is small, but appropriate for a pre-launch/Beta project.</a:t>
            </a:r>
          </a:p>
        </p:txBody>
      </p:sp>
      <p:sp>
        <p:nvSpPr>
          <p:cNvPr id="7" name="">
            <a:extLst xmlns:a="http://schemas.openxmlformats.org/drawingml/2006/main">
              <a:ext uri="{FF2B5EF4-FFF2-40B4-BE49-F238E27FC236}">
                <a16:creationId xmlns:a16="http://schemas.microsoft.com/office/drawing/2014/main" id="{38A2BE74-6AC3-468D-946C-E1A9EA34F07D}"/>
              </a:ext>
            </a:extLst>
          </p:cNvPr>
          <p:cNvSpPr>
            <a:spLocks xmlns:a="http://schemas.openxmlformats.org/drawingml/2006/main" noGrp="1"/>
          </p:cNvSpPr>
          <p:nvPr/>
        </p:nvSpPr>
        <p:spPr>
          <a:xfrm xmlns:a="http://schemas.openxmlformats.org/drawingml/2006/main">
            <a:off x="800100" y="1790700"/>
            <a:ext cx="2381250" cy="125730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8" name="">
            <a:extLst xmlns:a="http://schemas.openxmlformats.org/drawingml/2006/main">
              <a:ext uri="{FF2B5EF4-FFF2-40B4-BE49-F238E27FC236}">
                <a16:creationId xmlns:a16="http://schemas.microsoft.com/office/drawing/2014/main" id="{F9462AA8-5317-4E68-90F1-9998C6055A5A}"/>
              </a:ext>
            </a:extLst>
          </p:cNvPr>
          <p:cNvSpPr>
            <a:spLocks xmlns:a="http://schemas.openxmlformats.org/drawingml/2006/main" noGrp="1"/>
          </p:cNvSpPr>
          <p:nvPr/>
        </p:nvSpPr>
        <p:spPr>
          <a:xfrm xmlns:a="http://schemas.openxmlformats.org/drawingml/2006/main">
            <a:off x="742950" y="1733550"/>
            <a:ext cx="2381250" cy="125730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9" name="">
            <a:extLst xmlns:a="http://schemas.openxmlformats.org/drawingml/2006/main">
              <a:ext uri="{FF2B5EF4-FFF2-40B4-BE49-F238E27FC236}">
                <a16:creationId xmlns:a16="http://schemas.microsoft.com/office/drawing/2014/main" id="{73FC9C00-883E-422C-BF96-F8739892AF9A}"/>
              </a:ext>
            </a:extLst>
          </p:cNvPr>
          <p:cNvSpPr>
            <a:spLocks xmlns:a="http://schemas.openxmlformats.org/drawingml/2006/main" noGrp="1"/>
          </p:cNvSpPr>
          <p:nvPr/>
        </p:nvSpPr>
        <p:spPr>
          <a:xfrm xmlns:a="http://schemas.openxmlformats.org/drawingml/2006/main">
            <a:off x="857250" y="1885950"/>
            <a:ext cx="2152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98039"/>
          </a:bodyPr>
          <a:lstStyle xmlns:a="http://schemas.openxmlformats.org/drawingml/2006/main"/>
          <a:p xmlns:a="http://schemas.openxmlformats.org/drawingml/2006/main">
            <a:pPr algn="ctr">
              <a:lnSpc>
                <a:spcPct val="105000"/>
              </a:lnSpc>
              <a:buNone/>
              <a:defRPr sz="2550" b="1">
                <a:solidFill>
                  <a:srgbClr val="2563EB"/>
                </a:solidFill>
                <a:latin typeface="Noto Sans Khmer"/>
                <a:ea typeface="Noto Sans Khmer"/>
                <a:cs typeface="Noto Sans Khmer"/>
              </a:defRPr>
            </a:pPr>
            <a:r>
              <a:rPr sz="2550" b="1">
                <a:solidFill>
                  <a:srgbClr val="2563EB"/>
                </a:solidFill>
                <a:latin typeface="Noto Sans Khmer"/>
                <a:ea typeface="Noto Sans Khmer"/>
                <a:cs typeface="Noto Sans Khmer"/>
              </a:rPr>
              <a:t>Beta</a:t>
            </a:r>
          </a:p>
        </p:txBody>
      </p:sp>
      <p:sp>
        <p:nvSpPr>
          <p:cNvPr id="10" name="">
            <a:extLst xmlns:a="http://schemas.openxmlformats.org/drawingml/2006/main">
              <a:ext uri="{FF2B5EF4-FFF2-40B4-BE49-F238E27FC236}">
                <a16:creationId xmlns:a16="http://schemas.microsoft.com/office/drawing/2014/main" id="{BA0DCCA2-E008-4AC7-BCB8-25F2AB99CF06}"/>
              </a:ext>
            </a:extLst>
          </p:cNvPr>
          <p:cNvSpPr>
            <a:spLocks xmlns:a="http://schemas.openxmlformats.org/drawingml/2006/main" noGrp="1"/>
          </p:cNvSpPr>
          <p:nvPr/>
        </p:nvSpPr>
        <p:spPr>
          <a:xfrm xmlns:a="http://schemas.openxmlformats.org/drawingml/2006/main">
            <a:off x="857250" y="2419350"/>
            <a:ext cx="2152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ctr">
              <a:lnSpc>
                <a:spcPct val="105000"/>
              </a:lnSpc>
              <a:buNone/>
              <a:defRPr sz="1125" b="1">
                <a:solidFill>
                  <a:srgbClr val="0B0B0B"/>
                </a:solidFill>
                <a:latin typeface="Noto Sans Khmer"/>
                <a:ea typeface="Noto Sans Khmer"/>
                <a:cs typeface="Noto Sans Khmer"/>
              </a:defRPr>
            </a:pPr>
            <a:r>
              <a:rPr sz="1125" b="1">
                <a:solidFill>
                  <a:srgbClr val="0B0B0B"/>
                </a:solidFill>
                <a:latin typeface="Noto Sans Khmer"/>
                <a:ea typeface="Noto Sans Khmer"/>
                <a:cs typeface="Noto Sans Khmer"/>
              </a:rPr>
              <a:t>pre-launch stage with small tester group</a:t>
            </a:r>
          </a:p>
        </p:txBody>
      </p:sp>
      <p:sp>
        <p:nvSpPr>
          <p:cNvPr id="11" name="">
            <a:extLst xmlns:a="http://schemas.openxmlformats.org/drawingml/2006/main">
              <a:ext uri="{FF2B5EF4-FFF2-40B4-BE49-F238E27FC236}">
                <a16:creationId xmlns:a16="http://schemas.microsoft.com/office/drawing/2014/main" id="{F474F0CE-AF8B-4B67-9BB1-9536874E62A7}"/>
              </a:ext>
            </a:extLst>
          </p:cNvPr>
          <p:cNvSpPr>
            <a:spLocks xmlns:a="http://schemas.openxmlformats.org/drawingml/2006/main" noGrp="1"/>
          </p:cNvSpPr>
          <p:nvPr/>
        </p:nvSpPr>
        <p:spPr>
          <a:xfrm xmlns:a="http://schemas.openxmlformats.org/drawingml/2006/main">
            <a:off x="3543300" y="1790700"/>
            <a:ext cx="2381250" cy="125730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12" name="">
            <a:extLst xmlns:a="http://schemas.openxmlformats.org/drawingml/2006/main">
              <a:ext uri="{FF2B5EF4-FFF2-40B4-BE49-F238E27FC236}">
                <a16:creationId xmlns:a16="http://schemas.microsoft.com/office/drawing/2014/main" id="{75026967-1999-4F9B-8FDD-16F2AEC72EF4}"/>
              </a:ext>
            </a:extLst>
          </p:cNvPr>
          <p:cNvSpPr>
            <a:spLocks xmlns:a="http://schemas.openxmlformats.org/drawingml/2006/main" noGrp="1"/>
          </p:cNvSpPr>
          <p:nvPr/>
        </p:nvSpPr>
        <p:spPr>
          <a:xfrm xmlns:a="http://schemas.openxmlformats.org/drawingml/2006/main">
            <a:off x="3486150" y="1733550"/>
            <a:ext cx="2381250" cy="125730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13" name="">
            <a:extLst xmlns:a="http://schemas.openxmlformats.org/drawingml/2006/main">
              <a:ext uri="{FF2B5EF4-FFF2-40B4-BE49-F238E27FC236}">
                <a16:creationId xmlns:a16="http://schemas.microsoft.com/office/drawing/2014/main" id="{DB74B106-1035-4BBB-9768-F1DDEACB4EA2}"/>
              </a:ext>
            </a:extLst>
          </p:cNvPr>
          <p:cNvSpPr>
            <a:spLocks xmlns:a="http://schemas.openxmlformats.org/drawingml/2006/main" noGrp="1"/>
          </p:cNvSpPr>
          <p:nvPr/>
        </p:nvSpPr>
        <p:spPr>
          <a:xfrm xmlns:a="http://schemas.openxmlformats.org/drawingml/2006/main">
            <a:off x="3600450" y="1885950"/>
            <a:ext cx="2152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98039"/>
          </a:bodyPr>
          <a:lstStyle xmlns:a="http://schemas.openxmlformats.org/drawingml/2006/main"/>
          <a:p xmlns:a="http://schemas.openxmlformats.org/drawingml/2006/main">
            <a:pPr algn="ctr">
              <a:lnSpc>
                <a:spcPct val="105000"/>
              </a:lnSpc>
              <a:buNone/>
              <a:defRPr sz="2550" b="1">
                <a:solidFill>
                  <a:srgbClr val="16A34A"/>
                </a:solidFill>
                <a:latin typeface="Noto Sans Khmer"/>
                <a:ea typeface="Noto Sans Khmer"/>
                <a:cs typeface="Noto Sans Khmer"/>
              </a:defRPr>
            </a:pPr>
            <a:r>
              <a:rPr sz="2550" b="1">
                <a:solidFill>
                  <a:srgbClr val="16A34A"/>
                </a:solidFill>
                <a:latin typeface="Noto Sans Khmer"/>
                <a:ea typeface="Noto Sans Khmer"/>
                <a:cs typeface="Noto Sans Khmer"/>
              </a:rPr>
              <a:t>84%</a:t>
            </a:r>
          </a:p>
        </p:txBody>
      </p:sp>
      <p:sp>
        <p:nvSpPr>
          <p:cNvPr id="14" name="">
            <a:extLst xmlns:a="http://schemas.openxmlformats.org/drawingml/2006/main">
              <a:ext uri="{FF2B5EF4-FFF2-40B4-BE49-F238E27FC236}">
                <a16:creationId xmlns:a16="http://schemas.microsoft.com/office/drawing/2014/main" id="{EEA2D4DB-17A5-422C-A7D3-E79A64624437}"/>
              </a:ext>
            </a:extLst>
          </p:cNvPr>
          <p:cNvSpPr>
            <a:spLocks xmlns:a="http://schemas.openxmlformats.org/drawingml/2006/main" noGrp="1"/>
          </p:cNvSpPr>
          <p:nvPr/>
        </p:nvSpPr>
        <p:spPr>
          <a:xfrm xmlns:a="http://schemas.openxmlformats.org/drawingml/2006/main">
            <a:off x="3600450" y="2419350"/>
            <a:ext cx="2152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ctr">
              <a:lnSpc>
                <a:spcPct val="105000"/>
              </a:lnSpc>
              <a:buNone/>
              <a:defRPr sz="1125" b="1">
                <a:solidFill>
                  <a:srgbClr val="0B0B0B"/>
                </a:solidFill>
                <a:latin typeface="Noto Sans Khmer"/>
                <a:ea typeface="Noto Sans Khmer"/>
                <a:cs typeface="Noto Sans Khmer"/>
              </a:defRPr>
            </a:pPr>
            <a:r>
              <a:rPr sz="1125" b="1">
                <a:solidFill>
                  <a:srgbClr val="0B0B0B"/>
                </a:solidFill>
                <a:latin typeface="Noto Sans Khmer"/>
                <a:ea typeface="Noto Sans Khmer"/>
                <a:cs typeface="Noto Sans Khmer"/>
              </a:rPr>
              <a:t>survey respondents willing to try the app</a:t>
            </a:r>
          </a:p>
        </p:txBody>
      </p:sp>
      <p:sp>
        <p:nvSpPr>
          <p:cNvPr id="15" name="">
            <a:extLst xmlns:a="http://schemas.openxmlformats.org/drawingml/2006/main">
              <a:ext uri="{FF2B5EF4-FFF2-40B4-BE49-F238E27FC236}">
                <a16:creationId xmlns:a16="http://schemas.microsoft.com/office/drawing/2014/main" id="{57FBB824-1DB6-464D-86F0-FAE8202D9BD0}"/>
              </a:ext>
            </a:extLst>
          </p:cNvPr>
          <p:cNvSpPr>
            <a:spLocks xmlns:a="http://schemas.openxmlformats.org/drawingml/2006/main" noGrp="1"/>
          </p:cNvSpPr>
          <p:nvPr/>
        </p:nvSpPr>
        <p:spPr>
          <a:xfrm xmlns:a="http://schemas.openxmlformats.org/drawingml/2006/main">
            <a:off x="6286500" y="1790700"/>
            <a:ext cx="2381250" cy="125730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16" name="">
            <a:extLst xmlns:a="http://schemas.openxmlformats.org/drawingml/2006/main">
              <a:ext uri="{FF2B5EF4-FFF2-40B4-BE49-F238E27FC236}">
                <a16:creationId xmlns:a16="http://schemas.microsoft.com/office/drawing/2014/main" id="{0F41D0EB-AF8F-4B2D-A05B-BCD4ADB51600}"/>
              </a:ext>
            </a:extLst>
          </p:cNvPr>
          <p:cNvSpPr>
            <a:spLocks xmlns:a="http://schemas.openxmlformats.org/drawingml/2006/main" noGrp="1"/>
          </p:cNvSpPr>
          <p:nvPr/>
        </p:nvSpPr>
        <p:spPr>
          <a:xfrm xmlns:a="http://schemas.openxmlformats.org/drawingml/2006/main">
            <a:off x="6229350" y="1733550"/>
            <a:ext cx="2381250" cy="125730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17" name="">
            <a:extLst xmlns:a="http://schemas.openxmlformats.org/drawingml/2006/main">
              <a:ext uri="{FF2B5EF4-FFF2-40B4-BE49-F238E27FC236}">
                <a16:creationId xmlns:a16="http://schemas.microsoft.com/office/drawing/2014/main" id="{96ED950E-73AD-4846-9D91-9B66B9D1ECF7}"/>
              </a:ext>
            </a:extLst>
          </p:cNvPr>
          <p:cNvSpPr>
            <a:spLocks xmlns:a="http://schemas.openxmlformats.org/drawingml/2006/main" noGrp="1"/>
          </p:cNvSpPr>
          <p:nvPr/>
        </p:nvSpPr>
        <p:spPr>
          <a:xfrm xmlns:a="http://schemas.openxmlformats.org/drawingml/2006/main">
            <a:off x="6343650" y="1885950"/>
            <a:ext cx="2152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98039"/>
          </a:bodyPr>
          <a:lstStyle xmlns:a="http://schemas.openxmlformats.org/drawingml/2006/main"/>
          <a:p xmlns:a="http://schemas.openxmlformats.org/drawingml/2006/main">
            <a:pPr algn="ctr">
              <a:lnSpc>
                <a:spcPct val="105000"/>
              </a:lnSpc>
              <a:buNone/>
              <a:defRPr sz="2550" b="1">
                <a:solidFill>
                  <a:srgbClr val="F97316"/>
                </a:solidFill>
                <a:latin typeface="Noto Sans Khmer"/>
                <a:ea typeface="Noto Sans Khmer"/>
                <a:cs typeface="Noto Sans Khmer"/>
              </a:defRPr>
            </a:pPr>
            <a:r>
              <a:rPr sz="2550" b="1">
                <a:solidFill>
                  <a:srgbClr val="F97316"/>
                </a:solidFill>
                <a:latin typeface="Noto Sans Khmer"/>
                <a:ea typeface="Noto Sans Khmer"/>
                <a:cs typeface="Noto Sans Khmer"/>
              </a:rPr>
              <a:t>Live demo</a:t>
            </a:r>
          </a:p>
        </p:txBody>
      </p:sp>
      <p:sp>
        <p:nvSpPr>
          <p:cNvPr id="18" name="">
            <a:extLst xmlns:a="http://schemas.openxmlformats.org/drawingml/2006/main">
              <a:ext uri="{FF2B5EF4-FFF2-40B4-BE49-F238E27FC236}">
                <a16:creationId xmlns:a16="http://schemas.microsoft.com/office/drawing/2014/main" id="{43BDE152-1E9A-48C3-AB89-E7EF17D42590}"/>
              </a:ext>
            </a:extLst>
          </p:cNvPr>
          <p:cNvSpPr>
            <a:spLocks xmlns:a="http://schemas.openxmlformats.org/drawingml/2006/main" noGrp="1"/>
          </p:cNvSpPr>
          <p:nvPr/>
        </p:nvSpPr>
        <p:spPr>
          <a:xfrm xmlns:a="http://schemas.openxmlformats.org/drawingml/2006/main">
            <a:off x="6343650" y="2419350"/>
            <a:ext cx="2152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ctr">
              <a:lnSpc>
                <a:spcPct val="105000"/>
              </a:lnSpc>
              <a:buNone/>
              <a:defRPr sz="1125" b="1">
                <a:solidFill>
                  <a:srgbClr val="0B0B0B"/>
                </a:solidFill>
                <a:latin typeface="Noto Sans Khmer"/>
                <a:ea typeface="Noto Sans Khmer"/>
                <a:cs typeface="Noto Sans Khmer"/>
              </a:defRPr>
            </a:pPr>
            <a:r>
              <a:rPr sz="1125" b="1">
                <a:solidFill>
                  <a:srgbClr val="0B0B0B"/>
                </a:solidFill>
                <a:latin typeface="Noto Sans Khmer"/>
                <a:ea typeface="Noto Sans Khmer"/>
                <a:cs typeface="Noto Sans Khmer"/>
              </a:rPr>
              <a:t>school demos and teacher trials</a:t>
            </a:r>
          </a:p>
        </p:txBody>
      </p:sp>
      <p:sp>
        <p:nvSpPr>
          <p:cNvPr id="19" name="">
            <a:extLst xmlns:a="http://schemas.openxmlformats.org/drawingml/2006/main">
              <a:ext uri="{FF2B5EF4-FFF2-40B4-BE49-F238E27FC236}">
                <a16:creationId xmlns:a16="http://schemas.microsoft.com/office/drawing/2014/main" id="{FB7227D5-8CE0-4FD5-BCDE-B143626BC715}"/>
              </a:ext>
            </a:extLst>
          </p:cNvPr>
          <p:cNvSpPr>
            <a:spLocks xmlns:a="http://schemas.openxmlformats.org/drawingml/2006/main" noGrp="1"/>
          </p:cNvSpPr>
          <p:nvPr/>
        </p:nvSpPr>
        <p:spPr>
          <a:xfrm xmlns:a="http://schemas.openxmlformats.org/drawingml/2006/main">
            <a:off x="9029700" y="1790700"/>
            <a:ext cx="2381250" cy="125730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20" name="">
            <a:extLst xmlns:a="http://schemas.openxmlformats.org/drawingml/2006/main">
              <a:ext uri="{FF2B5EF4-FFF2-40B4-BE49-F238E27FC236}">
                <a16:creationId xmlns:a16="http://schemas.microsoft.com/office/drawing/2014/main" id="{D13BB709-BA05-4D6D-87E9-92A7ABB5FC71}"/>
              </a:ext>
            </a:extLst>
          </p:cNvPr>
          <p:cNvSpPr>
            <a:spLocks xmlns:a="http://schemas.openxmlformats.org/drawingml/2006/main" noGrp="1"/>
          </p:cNvSpPr>
          <p:nvPr/>
        </p:nvSpPr>
        <p:spPr>
          <a:xfrm xmlns:a="http://schemas.openxmlformats.org/drawingml/2006/main">
            <a:off x="8972550" y="1733550"/>
            <a:ext cx="2381250" cy="125730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21" name="">
            <a:extLst xmlns:a="http://schemas.openxmlformats.org/drawingml/2006/main">
              <a:ext uri="{FF2B5EF4-FFF2-40B4-BE49-F238E27FC236}">
                <a16:creationId xmlns:a16="http://schemas.microsoft.com/office/drawing/2014/main" id="{DEAC555A-8112-4C3F-A53A-7DF59C67D422}"/>
              </a:ext>
            </a:extLst>
          </p:cNvPr>
          <p:cNvSpPr>
            <a:spLocks xmlns:a="http://schemas.openxmlformats.org/drawingml/2006/main" noGrp="1"/>
          </p:cNvSpPr>
          <p:nvPr/>
        </p:nvSpPr>
        <p:spPr>
          <a:xfrm xmlns:a="http://schemas.openxmlformats.org/drawingml/2006/main">
            <a:off x="9086850" y="1885950"/>
            <a:ext cx="2152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98039"/>
          </a:bodyPr>
          <a:lstStyle xmlns:a="http://schemas.openxmlformats.org/drawingml/2006/main"/>
          <a:p xmlns:a="http://schemas.openxmlformats.org/drawingml/2006/main">
            <a:pPr algn="ctr">
              <a:lnSpc>
                <a:spcPct val="105000"/>
              </a:lnSpc>
              <a:buNone/>
              <a:defRPr sz="2550" b="1">
                <a:solidFill>
                  <a:srgbClr val="7C3AED"/>
                </a:solidFill>
                <a:latin typeface="Noto Sans Khmer"/>
                <a:ea typeface="Noto Sans Khmer"/>
                <a:cs typeface="Noto Sans Khmer"/>
              </a:defRPr>
            </a:pPr>
            <a:r>
              <a:rPr sz="2550" b="1">
                <a:solidFill>
                  <a:srgbClr val="7C3AED"/>
                </a:solidFill>
                <a:latin typeface="Noto Sans Khmer"/>
                <a:ea typeface="Noto Sans Khmer"/>
                <a:cs typeface="Noto Sans Khmer"/>
              </a:rPr>
              <a:t>Social</a:t>
            </a:r>
          </a:p>
        </p:txBody>
      </p:sp>
      <p:sp>
        <p:nvSpPr>
          <p:cNvPr id="22" name="">
            <a:extLst xmlns:a="http://schemas.openxmlformats.org/drawingml/2006/main">
              <a:ext uri="{FF2B5EF4-FFF2-40B4-BE49-F238E27FC236}">
                <a16:creationId xmlns:a16="http://schemas.microsoft.com/office/drawing/2014/main" id="{4DE57724-88AA-4DA0-89A1-5A5CC28082E6}"/>
              </a:ext>
            </a:extLst>
          </p:cNvPr>
          <p:cNvSpPr>
            <a:spLocks xmlns:a="http://schemas.openxmlformats.org/drawingml/2006/main" noGrp="1"/>
          </p:cNvSpPr>
          <p:nvPr/>
        </p:nvSpPr>
        <p:spPr>
          <a:xfrm xmlns:a="http://schemas.openxmlformats.org/drawingml/2006/main">
            <a:off x="9086850" y="2419350"/>
            <a:ext cx="2152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ctr">
              <a:lnSpc>
                <a:spcPct val="105000"/>
              </a:lnSpc>
              <a:buNone/>
              <a:defRPr sz="1125" b="1">
                <a:solidFill>
                  <a:srgbClr val="0B0B0B"/>
                </a:solidFill>
                <a:latin typeface="Noto Sans Khmer"/>
                <a:ea typeface="Noto Sans Khmer"/>
                <a:cs typeface="Noto Sans Khmer"/>
              </a:defRPr>
            </a:pPr>
            <a:r>
              <a:rPr sz="1125" b="1">
                <a:solidFill>
                  <a:srgbClr val="0B0B0B"/>
                </a:solidFill>
                <a:latin typeface="Noto Sans Khmer"/>
                <a:ea typeface="Noto Sans Khmer"/>
                <a:cs typeface="Noto Sans Khmer"/>
              </a:rPr>
              <a:t>Facebook, TikTok, YouTube, Telegram</a:t>
            </a:r>
          </a:p>
        </p:txBody>
      </p:sp>
      <p:sp>
        <p:nvSpPr>
          <p:cNvPr id="23" name="">
            <a:extLst xmlns:a="http://schemas.openxmlformats.org/drawingml/2006/main">
              <a:ext uri="{FF2B5EF4-FFF2-40B4-BE49-F238E27FC236}">
                <a16:creationId xmlns:a16="http://schemas.microsoft.com/office/drawing/2014/main" id="{A64BF847-4CE9-46D2-8D35-474E16BBC56B}"/>
              </a:ext>
            </a:extLst>
          </p:cNvPr>
          <p:cNvSpPr>
            <a:spLocks xmlns:a="http://schemas.openxmlformats.org/drawingml/2006/main" noGrp="1"/>
          </p:cNvSpPr>
          <p:nvPr/>
        </p:nvSpPr>
        <p:spPr>
          <a:xfrm xmlns:a="http://schemas.openxmlformats.org/drawingml/2006/main">
            <a:off x="1104900" y="3790950"/>
            <a:ext cx="3028950" cy="16954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24" name="">
            <a:extLst xmlns:a="http://schemas.openxmlformats.org/drawingml/2006/main">
              <a:ext uri="{FF2B5EF4-FFF2-40B4-BE49-F238E27FC236}">
                <a16:creationId xmlns:a16="http://schemas.microsoft.com/office/drawing/2014/main" id="{CC97AF14-1CDE-4AC4-AA59-C0F3764CB83A}"/>
              </a:ext>
            </a:extLst>
          </p:cNvPr>
          <p:cNvSpPr>
            <a:spLocks xmlns:a="http://schemas.openxmlformats.org/drawingml/2006/main" noGrp="1"/>
          </p:cNvSpPr>
          <p:nvPr/>
        </p:nvSpPr>
        <p:spPr>
          <a:xfrm xmlns:a="http://schemas.openxmlformats.org/drawingml/2006/main">
            <a:off x="1028700" y="3714750"/>
            <a:ext cx="3028950" cy="169545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25" name="">
            <a:extLst xmlns:a="http://schemas.openxmlformats.org/drawingml/2006/main">
              <a:ext uri="{FF2B5EF4-FFF2-40B4-BE49-F238E27FC236}">
                <a16:creationId xmlns:a16="http://schemas.microsoft.com/office/drawing/2014/main" id="{27345CCA-7AEE-45F5-A096-F96C406E7FAB}"/>
              </a:ext>
            </a:extLst>
          </p:cNvPr>
          <p:cNvSpPr>
            <a:spLocks xmlns:a="http://schemas.openxmlformats.org/drawingml/2006/main" noGrp="1"/>
          </p:cNvSpPr>
          <p:nvPr/>
        </p:nvSpPr>
        <p:spPr>
          <a:xfrm xmlns:a="http://schemas.openxmlformats.org/drawingml/2006/main">
            <a:off x="1028700" y="3714750"/>
            <a:ext cx="3028950" cy="323850"/>
          </a:xfrm>
          <a:prstGeom xmlns:a="http://schemas.openxmlformats.org/drawingml/2006/main" prst="rect">
            <a:avLst/>
          </a:prstGeom>
          <a:solidFill xmlns:a="http://schemas.openxmlformats.org/drawingml/2006/main">
            <a:srgbClr val="2563EB"/>
          </a:solidFill>
          <a:ln xmlns:a="http://schemas.openxmlformats.org/drawingml/2006/main" w="0">
            <a:solidFill>
              <a:srgbClr val="0B0B0B"/>
            </a:solidFill>
            <a:prstDash val="solid"/>
          </a:ln>
        </p:spPr>
      </p:sp>
      <p:sp>
        <p:nvSpPr>
          <p:cNvPr id="26" name="">
            <a:extLst xmlns:a="http://schemas.openxmlformats.org/drawingml/2006/main">
              <a:ext uri="{FF2B5EF4-FFF2-40B4-BE49-F238E27FC236}">
                <a16:creationId xmlns:a16="http://schemas.microsoft.com/office/drawing/2014/main" id="{23B00B36-6B01-451A-AB41-EC22E3E6117D}"/>
              </a:ext>
            </a:extLst>
          </p:cNvPr>
          <p:cNvSpPr>
            <a:spLocks xmlns:a="http://schemas.openxmlformats.org/drawingml/2006/main" noGrp="1"/>
          </p:cNvSpPr>
          <p:nvPr/>
        </p:nvSpPr>
        <p:spPr>
          <a:xfrm xmlns:a="http://schemas.openxmlformats.org/drawingml/2006/main">
            <a:off x="1162050" y="37719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lnSpc>
                <a:spcPct val="105000"/>
              </a:lnSpc>
              <a:buNone/>
              <a:defRPr sz="975" b="1">
                <a:solidFill>
                  <a:srgbClr val="0B0B0B"/>
                </a:solidFill>
                <a:latin typeface="Noto Sans Khmer"/>
                <a:ea typeface="Noto Sans Khmer"/>
                <a:cs typeface="Noto Sans Khmer"/>
              </a:defRPr>
            </a:pPr>
            <a:r>
              <a:rPr sz="975" b="1">
                <a:solidFill>
                  <a:srgbClr val="0B0B0B"/>
                </a:solidFill>
                <a:latin typeface="Noto Sans Khmer"/>
                <a:ea typeface="Noto Sans Khmer"/>
                <a:cs typeface="Noto Sans Khmer"/>
              </a:rPr>
              <a:t>TESTERS</a:t>
            </a:r>
          </a:p>
        </p:txBody>
      </p:sp>
      <p:sp>
        <p:nvSpPr>
          <p:cNvPr id="27" name="">
            <a:extLst xmlns:a="http://schemas.openxmlformats.org/drawingml/2006/main">
              <a:ext uri="{FF2B5EF4-FFF2-40B4-BE49-F238E27FC236}">
                <a16:creationId xmlns:a16="http://schemas.microsoft.com/office/drawing/2014/main" id="{BE45E0F7-E9CD-453C-878C-6A6C9CD728FC}"/>
              </a:ext>
            </a:extLst>
          </p:cNvPr>
          <p:cNvSpPr>
            <a:spLocks xmlns:a="http://schemas.openxmlformats.org/drawingml/2006/main" noGrp="1"/>
          </p:cNvSpPr>
          <p:nvPr/>
        </p:nvSpPr>
        <p:spPr>
          <a:xfrm xmlns:a="http://schemas.openxmlformats.org/drawingml/2006/main">
            <a:off x="1200150" y="4210050"/>
            <a:ext cx="2686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82094"/>
          </a:bodyPr>
          <a:lstStyle xmlns:a="http://schemas.openxmlformats.org/drawingml/2006/main"/>
          <a:p xmlns:a="http://schemas.openxmlformats.org/drawingml/2006/main">
            <a:pPr algn="l">
              <a:lnSpc>
                <a:spcPct val="100000"/>
              </a:lnSpc>
              <a:buNone/>
              <a:defRPr sz="1800" b="1">
                <a:solidFill>
                  <a:srgbClr val="0B0B0B"/>
                </a:solidFill>
                <a:latin typeface="Noto Sans Khmer"/>
                <a:ea typeface="Noto Sans Khmer"/>
                <a:cs typeface="Noto Sans Khmer"/>
              </a:defRPr>
            </a:pPr>
            <a:r>
              <a:rPr sz="1800" b="1">
                <a:solidFill>
                  <a:srgbClr val="0B0B0B"/>
                </a:solidFill>
                <a:latin typeface="Noto Sans Khmer"/>
                <a:ea typeface="Noto Sans Khmer"/>
                <a:cs typeface="Noto Sans Khmer"/>
              </a:rPr>
              <a:t>Classmates, teachers, family</a:t>
            </a:r>
          </a:p>
        </p:txBody>
      </p:sp>
      <p:sp>
        <p:nvSpPr>
          <p:cNvPr id="28" name="">
            <a:extLst xmlns:a="http://schemas.openxmlformats.org/drawingml/2006/main">
              <a:ext uri="{FF2B5EF4-FFF2-40B4-BE49-F238E27FC236}">
                <a16:creationId xmlns:a16="http://schemas.microsoft.com/office/drawing/2014/main" id="{C6758EAA-09E4-4676-B197-778AF6B77AB6}"/>
              </a:ext>
            </a:extLst>
          </p:cNvPr>
          <p:cNvSpPr>
            <a:spLocks xmlns:a="http://schemas.openxmlformats.org/drawingml/2006/main" noGrp="1"/>
          </p:cNvSpPr>
          <p:nvPr/>
        </p:nvSpPr>
        <p:spPr>
          <a:xfrm xmlns:a="http://schemas.openxmlformats.org/drawingml/2006/main">
            <a:off x="1200150" y="4743450"/>
            <a:ext cx="2686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12000"/>
              </a:lnSpc>
              <a:buNone/>
              <a:defRPr sz="1050" b="0">
                <a:solidFill>
                  <a:srgbClr val="303030"/>
                </a:solidFill>
                <a:latin typeface="Noto Sans Khmer"/>
                <a:ea typeface="Noto Sans Khmer"/>
                <a:cs typeface="Noto Sans Khmer"/>
              </a:defRPr>
            </a:pPr>
            <a:r>
              <a:rPr sz="1050" b="0">
                <a:solidFill>
                  <a:srgbClr val="303030"/>
                </a:solidFill>
                <a:latin typeface="Noto Sans Khmer"/>
                <a:ea typeface="Noto Sans Khmer"/>
                <a:cs typeface="Noto Sans Khmer"/>
              </a:rPr>
              <a:t>The team collected direct feedback from people close enough to test early versions.</a:t>
            </a:r>
          </a:p>
        </p:txBody>
      </p:sp>
      <p:sp>
        <p:nvSpPr>
          <p:cNvPr id="29" name="">
            <a:extLst xmlns:a="http://schemas.openxmlformats.org/drawingml/2006/main">
              <a:ext uri="{FF2B5EF4-FFF2-40B4-BE49-F238E27FC236}">
                <a16:creationId xmlns:a16="http://schemas.microsoft.com/office/drawing/2014/main" id="{5F79713B-EAF9-463E-9AD0-949BC8A57BDD}"/>
              </a:ext>
            </a:extLst>
          </p:cNvPr>
          <p:cNvSpPr>
            <a:spLocks xmlns:a="http://schemas.openxmlformats.org/drawingml/2006/main" noGrp="1"/>
          </p:cNvSpPr>
          <p:nvPr/>
        </p:nvSpPr>
        <p:spPr>
          <a:xfrm xmlns:a="http://schemas.openxmlformats.org/drawingml/2006/main">
            <a:off x="4667250" y="3790950"/>
            <a:ext cx="3028950" cy="16954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30" name="">
            <a:extLst xmlns:a="http://schemas.openxmlformats.org/drawingml/2006/main">
              <a:ext uri="{FF2B5EF4-FFF2-40B4-BE49-F238E27FC236}">
                <a16:creationId xmlns:a16="http://schemas.microsoft.com/office/drawing/2014/main" id="{87E7EEBC-E7F4-4073-9EC9-63C5D2F9C122}"/>
              </a:ext>
            </a:extLst>
          </p:cNvPr>
          <p:cNvSpPr>
            <a:spLocks xmlns:a="http://schemas.openxmlformats.org/drawingml/2006/main" noGrp="1"/>
          </p:cNvSpPr>
          <p:nvPr/>
        </p:nvSpPr>
        <p:spPr>
          <a:xfrm xmlns:a="http://schemas.openxmlformats.org/drawingml/2006/main">
            <a:off x="4591050" y="3714750"/>
            <a:ext cx="3028950" cy="169545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31" name="">
            <a:extLst xmlns:a="http://schemas.openxmlformats.org/drawingml/2006/main">
              <a:ext uri="{FF2B5EF4-FFF2-40B4-BE49-F238E27FC236}">
                <a16:creationId xmlns:a16="http://schemas.microsoft.com/office/drawing/2014/main" id="{785C681B-88B6-43D9-B6D3-543F7C6890B3}"/>
              </a:ext>
            </a:extLst>
          </p:cNvPr>
          <p:cNvSpPr>
            <a:spLocks xmlns:a="http://schemas.openxmlformats.org/drawingml/2006/main" noGrp="1"/>
          </p:cNvSpPr>
          <p:nvPr/>
        </p:nvSpPr>
        <p:spPr>
          <a:xfrm xmlns:a="http://schemas.openxmlformats.org/drawingml/2006/main">
            <a:off x="4591050" y="3714750"/>
            <a:ext cx="3028950" cy="323850"/>
          </a:xfrm>
          <a:prstGeom xmlns:a="http://schemas.openxmlformats.org/drawingml/2006/main" prst="rect">
            <a:avLst/>
          </a:prstGeom>
          <a:solidFill xmlns:a="http://schemas.openxmlformats.org/drawingml/2006/main">
            <a:srgbClr val="16A34A"/>
          </a:solidFill>
          <a:ln xmlns:a="http://schemas.openxmlformats.org/drawingml/2006/main" w="0">
            <a:solidFill>
              <a:srgbClr val="0B0B0B"/>
            </a:solidFill>
            <a:prstDash val="solid"/>
          </a:ln>
        </p:spPr>
      </p:sp>
      <p:sp>
        <p:nvSpPr>
          <p:cNvPr id="32" name="">
            <a:extLst xmlns:a="http://schemas.openxmlformats.org/drawingml/2006/main">
              <a:ext uri="{FF2B5EF4-FFF2-40B4-BE49-F238E27FC236}">
                <a16:creationId xmlns:a16="http://schemas.microsoft.com/office/drawing/2014/main" id="{7AFADDA6-A845-4607-871E-7CDAD9DA7385}"/>
              </a:ext>
            </a:extLst>
          </p:cNvPr>
          <p:cNvSpPr>
            <a:spLocks xmlns:a="http://schemas.openxmlformats.org/drawingml/2006/main" noGrp="1"/>
          </p:cNvSpPr>
          <p:nvPr/>
        </p:nvSpPr>
        <p:spPr>
          <a:xfrm xmlns:a="http://schemas.openxmlformats.org/drawingml/2006/main">
            <a:off x="4724400" y="37719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lnSpc>
                <a:spcPct val="105000"/>
              </a:lnSpc>
              <a:buNone/>
              <a:defRPr sz="975" b="1">
                <a:solidFill>
                  <a:srgbClr val="0B0B0B"/>
                </a:solidFill>
                <a:latin typeface="Noto Sans Khmer"/>
                <a:ea typeface="Noto Sans Khmer"/>
                <a:cs typeface="Noto Sans Khmer"/>
              </a:defRPr>
            </a:pPr>
            <a:r>
              <a:rPr sz="975" b="1">
                <a:solidFill>
                  <a:srgbClr val="0B0B0B"/>
                </a:solidFill>
                <a:latin typeface="Noto Sans Khmer"/>
                <a:ea typeface="Noto Sans Khmer"/>
                <a:cs typeface="Noto Sans Khmer"/>
              </a:rPr>
              <a:t>METHOD</a:t>
            </a:r>
          </a:p>
        </p:txBody>
      </p:sp>
      <p:sp>
        <p:nvSpPr>
          <p:cNvPr id="33" name="">
            <a:extLst xmlns:a="http://schemas.openxmlformats.org/drawingml/2006/main">
              <a:ext uri="{FF2B5EF4-FFF2-40B4-BE49-F238E27FC236}">
                <a16:creationId xmlns:a16="http://schemas.microsoft.com/office/drawing/2014/main" id="{713DD7F1-BC23-4F4F-8ED9-19090A2FD09A}"/>
              </a:ext>
            </a:extLst>
          </p:cNvPr>
          <p:cNvSpPr>
            <a:spLocks xmlns:a="http://schemas.openxmlformats.org/drawingml/2006/main" noGrp="1"/>
          </p:cNvSpPr>
          <p:nvPr/>
        </p:nvSpPr>
        <p:spPr>
          <a:xfrm xmlns:a="http://schemas.openxmlformats.org/drawingml/2006/main">
            <a:off x="4762500" y="4210050"/>
            <a:ext cx="2686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0000"/>
              </a:lnSpc>
              <a:buNone/>
              <a:defRPr sz="1800" b="1">
                <a:solidFill>
                  <a:srgbClr val="0B0B0B"/>
                </a:solidFill>
                <a:latin typeface="Noto Sans Khmer"/>
                <a:ea typeface="Noto Sans Khmer"/>
                <a:cs typeface="Noto Sans Khmer"/>
              </a:defRPr>
            </a:pPr>
            <a:r>
              <a:rPr sz="1800" b="1">
                <a:solidFill>
                  <a:srgbClr val="0B0B0B"/>
                </a:solidFill>
                <a:latin typeface="Noto Sans Khmer"/>
                <a:ea typeface="Noto Sans Khmer"/>
                <a:cs typeface="Noto Sans Khmer"/>
              </a:rPr>
              <a:t>Demo plus survey</a:t>
            </a:r>
          </a:p>
        </p:txBody>
      </p:sp>
      <p:sp>
        <p:nvSpPr>
          <p:cNvPr id="34" name="">
            <a:extLst xmlns:a="http://schemas.openxmlformats.org/drawingml/2006/main">
              <a:ext uri="{FF2B5EF4-FFF2-40B4-BE49-F238E27FC236}">
                <a16:creationId xmlns:a16="http://schemas.microsoft.com/office/drawing/2014/main" id="{5FFC5055-E9C6-42EB-B717-AB857BFD3F2D}"/>
              </a:ext>
            </a:extLst>
          </p:cNvPr>
          <p:cNvSpPr>
            <a:spLocks xmlns:a="http://schemas.openxmlformats.org/drawingml/2006/main" noGrp="1"/>
          </p:cNvSpPr>
          <p:nvPr/>
        </p:nvSpPr>
        <p:spPr>
          <a:xfrm xmlns:a="http://schemas.openxmlformats.org/drawingml/2006/main">
            <a:off x="4762500" y="4743450"/>
            <a:ext cx="2686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12000"/>
              </a:lnSpc>
              <a:buNone/>
              <a:defRPr sz="1050" b="0">
                <a:solidFill>
                  <a:srgbClr val="303030"/>
                </a:solidFill>
                <a:latin typeface="Noto Sans Khmer"/>
                <a:ea typeface="Noto Sans Khmer"/>
                <a:cs typeface="Noto Sans Khmer"/>
              </a:defRPr>
            </a:pPr>
            <a:r>
              <a:rPr sz="1050" b="0">
                <a:solidFill>
                  <a:srgbClr val="303030"/>
                </a:solidFill>
                <a:latin typeface="Noto Sans Khmer"/>
                <a:ea typeface="Noto Sans Khmer"/>
                <a:cs typeface="Noto Sans Khmer"/>
              </a:rPr>
              <a:t>Live demo, shared links, short survey, and teacher interviews validated needs.</a:t>
            </a:r>
          </a:p>
        </p:txBody>
      </p:sp>
      <p:sp>
        <p:nvSpPr>
          <p:cNvPr id="35" name="">
            <a:extLst xmlns:a="http://schemas.openxmlformats.org/drawingml/2006/main">
              <a:ext uri="{FF2B5EF4-FFF2-40B4-BE49-F238E27FC236}">
                <a16:creationId xmlns:a16="http://schemas.microsoft.com/office/drawing/2014/main" id="{2380AAAA-FE13-44B3-B0B4-6C6A32416D44}"/>
              </a:ext>
            </a:extLst>
          </p:cNvPr>
          <p:cNvSpPr>
            <a:spLocks xmlns:a="http://schemas.openxmlformats.org/drawingml/2006/main" noGrp="1"/>
          </p:cNvSpPr>
          <p:nvPr/>
        </p:nvSpPr>
        <p:spPr>
          <a:xfrm xmlns:a="http://schemas.openxmlformats.org/drawingml/2006/main">
            <a:off x="8229600" y="3790950"/>
            <a:ext cx="3028950" cy="16954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36" name="">
            <a:extLst xmlns:a="http://schemas.openxmlformats.org/drawingml/2006/main">
              <a:ext uri="{FF2B5EF4-FFF2-40B4-BE49-F238E27FC236}">
                <a16:creationId xmlns:a16="http://schemas.microsoft.com/office/drawing/2014/main" id="{F18E61A7-4568-4C09-92D9-19FBA6C2343F}"/>
              </a:ext>
            </a:extLst>
          </p:cNvPr>
          <p:cNvSpPr>
            <a:spLocks xmlns:a="http://schemas.openxmlformats.org/drawingml/2006/main" noGrp="1"/>
          </p:cNvSpPr>
          <p:nvPr/>
        </p:nvSpPr>
        <p:spPr>
          <a:xfrm xmlns:a="http://schemas.openxmlformats.org/drawingml/2006/main">
            <a:off x="8153400" y="3714750"/>
            <a:ext cx="3028950" cy="169545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37" name="">
            <a:extLst xmlns:a="http://schemas.openxmlformats.org/drawingml/2006/main">
              <a:ext uri="{FF2B5EF4-FFF2-40B4-BE49-F238E27FC236}">
                <a16:creationId xmlns:a16="http://schemas.microsoft.com/office/drawing/2014/main" id="{6BB8C263-E771-4D21-AF11-6A2C94CF5D6F}"/>
              </a:ext>
            </a:extLst>
          </p:cNvPr>
          <p:cNvSpPr>
            <a:spLocks xmlns:a="http://schemas.openxmlformats.org/drawingml/2006/main" noGrp="1"/>
          </p:cNvSpPr>
          <p:nvPr/>
        </p:nvSpPr>
        <p:spPr>
          <a:xfrm xmlns:a="http://schemas.openxmlformats.org/drawingml/2006/main">
            <a:off x="8153400" y="3714750"/>
            <a:ext cx="3028950" cy="323850"/>
          </a:xfrm>
          <a:prstGeom xmlns:a="http://schemas.openxmlformats.org/drawingml/2006/main" prst="rect">
            <a:avLst/>
          </a:prstGeom>
          <a:solidFill xmlns:a="http://schemas.openxmlformats.org/drawingml/2006/main">
            <a:srgbClr val="F97316"/>
          </a:solidFill>
          <a:ln xmlns:a="http://schemas.openxmlformats.org/drawingml/2006/main" w="0">
            <a:solidFill>
              <a:srgbClr val="0B0B0B"/>
            </a:solidFill>
            <a:prstDash val="solid"/>
          </a:ln>
        </p:spPr>
      </p:sp>
      <p:sp>
        <p:nvSpPr>
          <p:cNvPr id="38" name="">
            <a:extLst xmlns:a="http://schemas.openxmlformats.org/drawingml/2006/main">
              <a:ext uri="{FF2B5EF4-FFF2-40B4-BE49-F238E27FC236}">
                <a16:creationId xmlns:a16="http://schemas.microsoft.com/office/drawing/2014/main" id="{83E8AB60-6479-4BFC-B9A0-F4EE213EFBBB}"/>
              </a:ext>
            </a:extLst>
          </p:cNvPr>
          <p:cNvSpPr>
            <a:spLocks xmlns:a="http://schemas.openxmlformats.org/drawingml/2006/main" noGrp="1"/>
          </p:cNvSpPr>
          <p:nvPr/>
        </p:nvSpPr>
        <p:spPr>
          <a:xfrm xmlns:a="http://schemas.openxmlformats.org/drawingml/2006/main">
            <a:off x="8286750" y="37719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lnSpc>
                <a:spcPct val="105000"/>
              </a:lnSpc>
              <a:buNone/>
              <a:defRPr sz="975" b="1">
                <a:solidFill>
                  <a:srgbClr val="0B0B0B"/>
                </a:solidFill>
                <a:latin typeface="Noto Sans Khmer"/>
                <a:ea typeface="Noto Sans Khmer"/>
                <a:cs typeface="Noto Sans Khmer"/>
              </a:defRPr>
            </a:pPr>
            <a:r>
              <a:rPr sz="975" b="1">
                <a:solidFill>
                  <a:srgbClr val="0B0B0B"/>
                </a:solidFill>
                <a:latin typeface="Noto Sans Khmer"/>
                <a:ea typeface="Noto Sans Khmer"/>
                <a:cs typeface="Noto Sans Khmer"/>
              </a:rPr>
              <a:t>NEXT MEASURE</a:t>
            </a:r>
          </a:p>
        </p:txBody>
      </p:sp>
      <p:sp>
        <p:nvSpPr>
          <p:cNvPr id="39" name="">
            <a:extLst xmlns:a="http://schemas.openxmlformats.org/drawingml/2006/main">
              <a:ext uri="{FF2B5EF4-FFF2-40B4-BE49-F238E27FC236}">
                <a16:creationId xmlns:a16="http://schemas.microsoft.com/office/drawing/2014/main" id="{8327CF8E-A312-4903-8156-A504EB5D0017}"/>
              </a:ext>
            </a:extLst>
          </p:cNvPr>
          <p:cNvSpPr>
            <a:spLocks xmlns:a="http://schemas.openxmlformats.org/drawingml/2006/main" noGrp="1"/>
          </p:cNvSpPr>
          <p:nvPr/>
        </p:nvSpPr>
        <p:spPr>
          <a:xfrm xmlns:a="http://schemas.openxmlformats.org/drawingml/2006/main">
            <a:off x="8324850" y="4210050"/>
            <a:ext cx="2686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0000"/>
              </a:lnSpc>
              <a:buNone/>
              <a:defRPr sz="1800" b="1">
                <a:solidFill>
                  <a:srgbClr val="0B0B0B"/>
                </a:solidFill>
                <a:latin typeface="Noto Sans Khmer"/>
                <a:ea typeface="Noto Sans Khmer"/>
                <a:cs typeface="Noto Sans Khmer"/>
              </a:defRPr>
            </a:pPr>
            <a:r>
              <a:rPr sz="1800" b="1">
                <a:solidFill>
                  <a:srgbClr val="0B0B0B"/>
                </a:solidFill>
                <a:latin typeface="Noto Sans Khmer"/>
                <a:ea typeface="Noto Sans Khmer"/>
                <a:cs typeface="Noto Sans Khmer"/>
              </a:rPr>
              <a:t>Year 1 baseline</a:t>
            </a:r>
          </a:p>
        </p:txBody>
      </p:sp>
      <p:sp>
        <p:nvSpPr>
          <p:cNvPr id="40" name="">
            <a:extLst xmlns:a="http://schemas.openxmlformats.org/drawingml/2006/main">
              <a:ext uri="{FF2B5EF4-FFF2-40B4-BE49-F238E27FC236}">
                <a16:creationId xmlns:a16="http://schemas.microsoft.com/office/drawing/2014/main" id="{D9BBE26D-EA77-4CA4-A4D8-C5E3A79C02A8}"/>
              </a:ext>
            </a:extLst>
          </p:cNvPr>
          <p:cNvSpPr>
            <a:spLocks xmlns:a="http://schemas.openxmlformats.org/drawingml/2006/main" noGrp="1"/>
          </p:cNvSpPr>
          <p:nvPr/>
        </p:nvSpPr>
        <p:spPr>
          <a:xfrm xmlns:a="http://schemas.openxmlformats.org/drawingml/2006/main">
            <a:off x="8324850" y="4743450"/>
            <a:ext cx="2686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12000"/>
              </a:lnSpc>
              <a:buNone/>
              <a:defRPr sz="1050" b="0">
                <a:solidFill>
                  <a:srgbClr val="303030"/>
                </a:solidFill>
                <a:latin typeface="Noto Sans Khmer"/>
                <a:ea typeface="Noto Sans Khmer"/>
                <a:cs typeface="Noto Sans Khmer"/>
              </a:defRPr>
            </a:pPr>
            <a:r>
              <a:rPr sz="1050" b="0">
                <a:solidFill>
                  <a:srgbClr val="303030"/>
                </a:solidFill>
                <a:latin typeface="Noto Sans Khmer"/>
                <a:ea typeface="Noto Sans Khmer"/>
                <a:cs typeface="Noto Sans Khmer"/>
              </a:rPr>
              <a:t>Use beta metrics as the baseline for growth toward 100 paying subscribers.</a:t>
            </a:r>
          </a:p>
        </p:txBody>
      </p:sp>
    </p:spTree>
    <p:extLst>
      <p:ext uri="{BB962C8B-B14F-4D97-AF65-F5344CB8AC3E}">
        <p14:creationId xmlns:p14="http://schemas.microsoft.com/office/powerpoint/2010/main" val="1243599649"/>
      </p:ext>
    </p:extLst>
  </p:cSld>
</p:sld>
</file>

<file path=ppt/slides/slide7.xml><?xml version="1.0" encoding="utf-8"?>
<p:sld xmlns:p="http://schemas.openxmlformats.org/presentationml/2006/main">
  <p:cSld>
    <p:bg>
      <p:bgPr>
        <a:solidFill xmlns:a="http://schemas.openxmlformats.org/drawingml/2006/main">
          <a:srgbClr val="FFF8D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1E0407C-0D50-4E90-B8E8-5AF26F839710}"/>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EAB308"/>
          </a:solidFill>
          <a:ln xmlns:a="http://schemas.openxmlformats.org/drawingml/2006/main" w="0">
            <a:solidFill>
              <a:srgbClr val="0B0B0B"/>
            </a:solidFill>
            <a:prstDash val="solid"/>
          </a:ln>
        </p:spPr>
      </p:sp>
      <p:sp>
        <p:nvSpPr>
          <p:cNvPr id="2" name="">
            <a:extLst xmlns:a="http://schemas.openxmlformats.org/drawingml/2006/main">
              <a:ext uri="{FF2B5EF4-FFF2-40B4-BE49-F238E27FC236}">
                <a16:creationId xmlns:a16="http://schemas.microsoft.com/office/drawing/2014/main" id="{5ACF7A75-9C2F-4E1F-BC4B-6F4AEC61647C}"/>
              </a:ext>
            </a:extLst>
          </p:cNvPr>
          <p:cNvSpPr>
            <a:spLocks xmlns:a="http://schemas.openxmlformats.org/drawingml/2006/main" noGrp="1"/>
          </p:cNvSpPr>
          <p:nvPr/>
        </p:nvSpPr>
        <p:spPr>
          <a:xfrm xmlns:a="http://schemas.openxmlformats.org/drawingml/2006/main">
            <a:off x="0" y="6686550"/>
            <a:ext cx="12192000" cy="1714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3" name="">
            <a:extLst xmlns:a="http://schemas.openxmlformats.org/drawingml/2006/main">
              <a:ext uri="{FF2B5EF4-FFF2-40B4-BE49-F238E27FC236}">
                <a16:creationId xmlns:a16="http://schemas.microsoft.com/office/drawing/2014/main" id="{E91B9547-31A1-4554-9793-28499642FA57}"/>
              </a:ext>
            </a:extLst>
          </p:cNvPr>
          <p:cNvSpPr>
            <a:spLocks xmlns:a="http://schemas.openxmlformats.org/drawingml/2006/main" noGrp="1"/>
          </p:cNvSpPr>
          <p:nvPr/>
        </p:nvSpPr>
        <p:spPr>
          <a:xfrm xmlns:a="http://schemas.openxmlformats.org/drawingml/2006/main">
            <a:off x="514350" y="2857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5000"/>
              </a:lnSpc>
              <a:buNone/>
              <a:defRPr sz="975" b="1">
                <a:solidFill>
                  <a:srgbClr val="0B0B0B"/>
                </a:solidFill>
                <a:latin typeface="Noto Sans Khmer"/>
                <a:ea typeface="Noto Sans Khmer"/>
                <a:cs typeface="Noto Sans Khmer"/>
              </a:defRPr>
            </a:pPr>
            <a:r>
              <a:rPr sz="975" b="1">
                <a:solidFill>
                  <a:srgbClr val="0B0B0B"/>
                </a:solidFill>
                <a:latin typeface="Noto Sans Khmer"/>
                <a:ea typeface="Noto Sans Khmer"/>
                <a:cs typeface="Noto Sans Khmer"/>
              </a:rPr>
              <a:t>KWD USER ADOPTION PLAN</a:t>
            </a:r>
          </a:p>
        </p:txBody>
      </p:sp>
      <p:sp>
        <p:nvSpPr>
          <p:cNvPr id="4" name="">
            <a:extLst xmlns:a="http://schemas.openxmlformats.org/drawingml/2006/main">
              <a:ext uri="{FF2B5EF4-FFF2-40B4-BE49-F238E27FC236}">
                <a16:creationId xmlns:a16="http://schemas.microsoft.com/office/drawing/2014/main" id="{2752597C-2FB2-40F1-AB93-5A91BDD9933F}"/>
              </a:ext>
            </a:extLst>
          </p:cNvPr>
          <p:cNvSpPr>
            <a:spLocks xmlns:a="http://schemas.openxmlformats.org/drawingml/2006/main" noGrp="1"/>
          </p:cNvSpPr>
          <p:nvPr/>
        </p:nvSpPr>
        <p:spPr>
          <a:xfrm xmlns:a="http://schemas.openxmlformats.org/drawingml/2006/main">
            <a:off x="11163300" y="266700"/>
            <a:ext cx="514350" cy="323850"/>
          </a:xfrm>
          <a:prstGeom xmlns:a="http://schemas.openxmlformats.org/drawingml/2006/main" prst="rect">
            <a:avLst/>
          </a:prstGeom>
          <a:solidFill xmlns:a="http://schemas.openxmlformats.org/drawingml/2006/main">
            <a:srgbClr val="EAB308"/>
          </a:solidFill>
          <a:ln xmlns:a="http://schemas.openxmlformats.org/drawingml/2006/main" w="28575">
            <a:solidFill>
              <a:srgbClr val="0B0B0B"/>
            </a:solid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lnSpc>
                <a:spcPct val="105000"/>
              </a:lnSpc>
              <a:buNone/>
              <a:defRPr sz="1350" b="1">
                <a:solidFill>
                  <a:srgbClr val="0B0B0B"/>
                </a:solidFill>
                <a:latin typeface="Noto Sans Khmer"/>
                <a:ea typeface="Noto Sans Khmer"/>
                <a:cs typeface="Noto Sans Khmer"/>
              </a:defRPr>
            </a:pPr>
            <a:r>
              <a:rPr sz="1350" b="1">
                <a:solidFill>
                  <a:srgbClr val="0B0B0B"/>
                </a:solidFill>
                <a:latin typeface="Noto Sans Khmer"/>
                <a:ea typeface="Noto Sans Khmer"/>
                <a:cs typeface="Noto Sans Khmer"/>
              </a:rPr>
              <a:t>07</a:t>
            </a:r>
          </a:p>
        </p:txBody>
      </p:sp>
      <p:sp>
        <p:nvSpPr>
          <p:cNvPr id="5" name="">
            <a:extLst xmlns:a="http://schemas.openxmlformats.org/drawingml/2006/main">
              <a:ext uri="{FF2B5EF4-FFF2-40B4-BE49-F238E27FC236}">
                <a16:creationId xmlns:a16="http://schemas.microsoft.com/office/drawing/2014/main" id="{8F9BE93F-3A64-4106-B800-4DA5B4B7DB44}"/>
              </a:ext>
            </a:extLst>
          </p:cNvPr>
          <p:cNvSpPr>
            <a:spLocks xmlns:a="http://schemas.openxmlformats.org/drawingml/2006/main" noGrp="1"/>
          </p:cNvSpPr>
          <p:nvPr/>
        </p:nvSpPr>
        <p:spPr>
          <a:xfrm xmlns:a="http://schemas.openxmlformats.org/drawingml/2006/main">
            <a:off x="514350" y="609600"/>
            <a:ext cx="8096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98000"/>
              </a:lnSpc>
              <a:buNone/>
              <a:defRPr sz="2850" b="1">
                <a:solidFill>
                  <a:srgbClr val="0B0B0B"/>
                </a:solidFill>
                <a:latin typeface="Noto Sans Khmer"/>
                <a:ea typeface="Noto Sans Khmer"/>
                <a:cs typeface="Noto Sans Khmer"/>
              </a:defRPr>
            </a:pPr>
            <a:r>
              <a:rPr sz="2850" b="1">
                <a:solidFill>
                  <a:srgbClr val="0B0B0B"/>
                </a:solidFill>
                <a:latin typeface="Noto Sans Khmer"/>
                <a:ea typeface="Noto Sans Khmer"/>
                <a:cs typeface="Noto Sans Khmer"/>
              </a:rPr>
              <a:t>មតិអ្នកប្រើបានប្តូរផលិតផល</a:t>
            </a:r>
          </a:p>
        </p:txBody>
      </p:sp>
      <p:sp>
        <p:nvSpPr>
          <p:cNvPr id="6" name="">
            <a:extLst xmlns:a="http://schemas.openxmlformats.org/drawingml/2006/main">
              <a:ext uri="{FF2B5EF4-FFF2-40B4-BE49-F238E27FC236}">
                <a16:creationId xmlns:a16="http://schemas.microsoft.com/office/drawing/2014/main" id="{9505C376-1E81-494B-81C8-C8ED0CFE00B6}"/>
              </a:ext>
            </a:extLst>
          </p:cNvPr>
          <p:cNvSpPr>
            <a:spLocks xmlns:a="http://schemas.openxmlformats.org/drawingml/2006/main" noGrp="1"/>
          </p:cNvSpPr>
          <p:nvPr/>
        </p:nvSpPr>
        <p:spPr>
          <a:xfrm xmlns:a="http://schemas.openxmlformats.org/drawingml/2006/main">
            <a:off x="552450" y="1276350"/>
            <a:ext cx="790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5000"/>
              </a:lnSpc>
              <a:buNone/>
              <a:defRPr sz="1275" b="0">
                <a:solidFill>
                  <a:srgbClr val="383838"/>
                </a:solidFill>
                <a:latin typeface="Noto Sans Khmer"/>
                <a:ea typeface="Noto Sans Khmer"/>
                <a:cs typeface="Noto Sans Khmer"/>
              </a:defRPr>
            </a:pPr>
            <a:r>
              <a:rPr sz="1275" b="0">
                <a:solidFill>
                  <a:srgbClr val="383838"/>
                </a:solidFill>
                <a:latin typeface="Noto Sans Khmer"/>
                <a:ea typeface="Noto Sans Khmer"/>
                <a:cs typeface="Noto Sans Khmer"/>
              </a:rPr>
              <a:t>Feedback was turned into concrete product changes.</a:t>
            </a:r>
          </a:p>
        </p:txBody>
      </p:sp>
      <p:sp>
        <p:nvSpPr>
          <p:cNvPr id="7" name="">
            <a:extLst xmlns:a="http://schemas.openxmlformats.org/drawingml/2006/main">
              <a:ext uri="{FF2B5EF4-FFF2-40B4-BE49-F238E27FC236}">
                <a16:creationId xmlns:a16="http://schemas.microsoft.com/office/drawing/2014/main" id="{BEBB437A-2F7F-40E4-B024-D8344FA6B8C0}"/>
              </a:ext>
            </a:extLst>
          </p:cNvPr>
          <p:cNvSpPr>
            <a:spLocks xmlns:a="http://schemas.openxmlformats.org/drawingml/2006/main" noGrp="1"/>
          </p:cNvSpPr>
          <p:nvPr/>
        </p:nvSpPr>
        <p:spPr>
          <a:xfrm xmlns:a="http://schemas.openxmlformats.org/drawingml/2006/main">
            <a:off x="1171575" y="1857375"/>
            <a:ext cx="4191000" cy="6286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8" name="">
            <a:extLst xmlns:a="http://schemas.openxmlformats.org/drawingml/2006/main">
              <a:ext uri="{FF2B5EF4-FFF2-40B4-BE49-F238E27FC236}">
                <a16:creationId xmlns:a16="http://schemas.microsoft.com/office/drawing/2014/main" id="{23CE4C48-BB7A-4BFD-9AAA-BAD7B743B3E1}"/>
              </a:ext>
            </a:extLst>
          </p:cNvPr>
          <p:cNvSpPr>
            <a:spLocks xmlns:a="http://schemas.openxmlformats.org/drawingml/2006/main" noGrp="1"/>
          </p:cNvSpPr>
          <p:nvPr/>
        </p:nvSpPr>
        <p:spPr>
          <a:xfrm xmlns:a="http://schemas.openxmlformats.org/drawingml/2006/main">
            <a:off x="1123950" y="1809750"/>
            <a:ext cx="4191000" cy="628650"/>
          </a:xfrm>
          <a:prstGeom xmlns:a="http://schemas.openxmlformats.org/drawingml/2006/main" prst="rect">
            <a:avLst/>
          </a:prstGeom>
          <a:solidFill xmlns:a="http://schemas.openxmlformats.org/drawingml/2006/main">
            <a:srgbClr val="EAB308"/>
          </a:solidFill>
          <a:ln xmlns:a="http://schemas.openxmlformats.org/drawingml/2006/main" w="28575">
            <a:solidFill>
              <a:srgbClr val="0B0B0B"/>
            </a:solidFill>
            <a:prstDash val="solid"/>
          </a:ln>
        </p:spPr>
      </p:sp>
      <p:sp>
        <p:nvSpPr>
          <p:cNvPr id="9" name="">
            <a:extLst xmlns:a="http://schemas.openxmlformats.org/drawingml/2006/main">
              <a:ext uri="{FF2B5EF4-FFF2-40B4-BE49-F238E27FC236}">
                <a16:creationId xmlns:a16="http://schemas.microsoft.com/office/drawing/2014/main" id="{B557BCC5-2EA2-4646-A398-AC4C3790974B}"/>
              </a:ext>
            </a:extLst>
          </p:cNvPr>
          <p:cNvSpPr>
            <a:spLocks xmlns:a="http://schemas.openxmlformats.org/drawingml/2006/main" noGrp="1"/>
          </p:cNvSpPr>
          <p:nvPr/>
        </p:nvSpPr>
        <p:spPr>
          <a:xfrm xmlns:a="http://schemas.openxmlformats.org/drawingml/2006/main">
            <a:off x="6086475" y="1857375"/>
            <a:ext cx="4762500" cy="6286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10" name="">
            <a:extLst xmlns:a="http://schemas.openxmlformats.org/drawingml/2006/main">
              <a:ext uri="{FF2B5EF4-FFF2-40B4-BE49-F238E27FC236}">
                <a16:creationId xmlns:a16="http://schemas.microsoft.com/office/drawing/2014/main" id="{21BC042A-C7BB-49BA-B9D5-AC219026C566}"/>
              </a:ext>
            </a:extLst>
          </p:cNvPr>
          <p:cNvSpPr>
            <a:spLocks xmlns:a="http://schemas.openxmlformats.org/drawingml/2006/main" noGrp="1"/>
          </p:cNvSpPr>
          <p:nvPr/>
        </p:nvSpPr>
        <p:spPr>
          <a:xfrm xmlns:a="http://schemas.openxmlformats.org/drawingml/2006/main">
            <a:off x="6038850" y="1809750"/>
            <a:ext cx="4762500" cy="62865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11" name="">
            <a:extLst xmlns:a="http://schemas.openxmlformats.org/drawingml/2006/main">
              <a:ext uri="{FF2B5EF4-FFF2-40B4-BE49-F238E27FC236}">
                <a16:creationId xmlns:a16="http://schemas.microsoft.com/office/drawing/2014/main" id="{8AF69A51-1FD9-480D-9671-F94E32FB5515}"/>
              </a:ext>
            </a:extLst>
          </p:cNvPr>
          <p:cNvSpPr>
            <a:spLocks xmlns:a="http://schemas.openxmlformats.org/drawingml/2006/main" noGrp="1"/>
          </p:cNvSpPr>
          <p:nvPr/>
        </p:nvSpPr>
        <p:spPr>
          <a:xfrm xmlns:a="http://schemas.openxmlformats.org/drawingml/2006/main">
            <a:off x="1333500" y="1971675"/>
            <a:ext cx="3771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95238"/>
          </a:bodyPr>
          <a:lstStyle xmlns:a="http://schemas.openxmlformats.org/drawingml/2006/main"/>
          <a:p xmlns:a="http://schemas.openxmlformats.org/drawingml/2006/main">
            <a:pPr algn="ctr">
              <a:lnSpc>
                <a:spcPct val="105000"/>
              </a:lnSpc>
              <a:buNone/>
              <a:defRPr sz="1500" b="1">
                <a:solidFill>
                  <a:srgbClr val="0B0B0B"/>
                </a:solidFill>
                <a:latin typeface="Noto Sans Khmer"/>
                <a:ea typeface="Noto Sans Khmer"/>
                <a:cs typeface="Noto Sans Khmer"/>
              </a:defRPr>
            </a:pPr>
            <a:r>
              <a:rPr sz="1500" b="1">
                <a:solidFill>
                  <a:srgbClr val="0B0B0B"/>
                </a:solidFill>
                <a:latin typeface="Noto Sans Khmer"/>
                <a:ea typeface="Noto Sans Khmer"/>
                <a:cs typeface="Noto Sans Khmer"/>
              </a:rPr>
              <a:t>អក្សរតូចពេក</a:t>
            </a:r>
          </a:p>
        </p:txBody>
      </p:sp>
      <p:sp>
        <p:nvSpPr>
          <p:cNvPr id="12" name="">
            <a:extLst xmlns:a="http://schemas.openxmlformats.org/drawingml/2006/main">
              <a:ext uri="{FF2B5EF4-FFF2-40B4-BE49-F238E27FC236}">
                <a16:creationId xmlns:a16="http://schemas.microsoft.com/office/drawing/2014/main" id="{6895043C-97D6-4953-B49E-C6545A76687F}"/>
              </a:ext>
            </a:extLst>
          </p:cNvPr>
          <p:cNvSpPr>
            <a:spLocks xmlns:a="http://schemas.openxmlformats.org/drawingml/2006/main" noGrp="1"/>
          </p:cNvSpPr>
          <p:nvPr/>
        </p:nvSpPr>
        <p:spPr>
          <a:xfrm xmlns:a="http://schemas.openxmlformats.org/drawingml/2006/main">
            <a:off x="6248400" y="1962150"/>
            <a:ext cx="4343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ctr">
              <a:lnSpc>
                <a:spcPct val="105000"/>
              </a:lnSpc>
              <a:buNone/>
              <a:defRPr sz="1425" b="1">
                <a:solidFill>
                  <a:srgbClr val="0B0B0B"/>
                </a:solidFill>
                <a:latin typeface="Noto Sans Khmer"/>
                <a:ea typeface="Noto Sans Khmer"/>
                <a:cs typeface="Noto Sans Khmer"/>
              </a:defRPr>
            </a:pPr>
            <a:r>
              <a:rPr sz="1425" b="1">
                <a:solidFill>
                  <a:srgbClr val="0B0B0B"/>
                </a:solidFill>
                <a:latin typeface="Noto Sans Khmer"/>
                <a:ea typeface="Noto Sans Khmer"/>
                <a:cs typeface="Noto Sans Khmer"/>
              </a:rPr>
              <a:t>Increase Khmer font size and line spacing</a:t>
            </a:r>
          </a:p>
        </p:txBody>
      </p:sp>
      <p:sp>
        <p:nvSpPr>
          <p:cNvPr id="13" name="">
            <a:extLst xmlns:a="http://schemas.openxmlformats.org/drawingml/2006/main">
              <a:ext uri="{FF2B5EF4-FFF2-40B4-BE49-F238E27FC236}">
                <a16:creationId xmlns:a16="http://schemas.microsoft.com/office/drawing/2014/main" id="{118CD41D-BF50-4AC0-94E8-A85881A400BA}"/>
              </a:ext>
            </a:extLst>
          </p:cNvPr>
          <p:cNvSpPr>
            <a:spLocks xmlns:a="http://schemas.openxmlformats.org/drawingml/2006/main" noGrp="1"/>
          </p:cNvSpPr>
          <p:nvPr/>
        </p:nvSpPr>
        <p:spPr>
          <a:xfrm xmlns:a="http://schemas.openxmlformats.org/drawingml/2006/main">
            <a:off x="5467350" y="2038350"/>
            <a:ext cx="438150" cy="171450"/>
          </a:xfrm>
          <a:prstGeom xmlns:a="http://schemas.openxmlformats.org/drawingml/2006/main" prst="rightArrow">
            <a:avLst/>
          </a:prstGeom>
          <a:solidFill xmlns:a="http://schemas.openxmlformats.org/drawingml/2006/main">
            <a:srgbClr val="0B0B0B"/>
          </a:solidFill>
          <a:ln xmlns:a="http://schemas.openxmlformats.org/drawingml/2006/main" w="0">
            <a:solidFill>
              <a:srgbClr val="0B0B0B"/>
            </a:solidFill>
            <a:prstDash val="solid"/>
          </a:ln>
        </p:spPr>
      </p:sp>
      <p:sp>
        <p:nvSpPr>
          <p:cNvPr id="14" name="">
            <a:extLst xmlns:a="http://schemas.openxmlformats.org/drawingml/2006/main">
              <a:ext uri="{FF2B5EF4-FFF2-40B4-BE49-F238E27FC236}">
                <a16:creationId xmlns:a16="http://schemas.microsoft.com/office/drawing/2014/main" id="{BFB4485B-4DB1-4D34-88FC-007B085A5A85}"/>
              </a:ext>
            </a:extLst>
          </p:cNvPr>
          <p:cNvSpPr>
            <a:spLocks xmlns:a="http://schemas.openxmlformats.org/drawingml/2006/main" noGrp="1"/>
          </p:cNvSpPr>
          <p:nvPr/>
        </p:nvSpPr>
        <p:spPr>
          <a:xfrm xmlns:a="http://schemas.openxmlformats.org/drawingml/2006/main">
            <a:off x="1171575" y="2752725"/>
            <a:ext cx="4191000" cy="6286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15" name="">
            <a:extLst xmlns:a="http://schemas.openxmlformats.org/drawingml/2006/main">
              <a:ext uri="{FF2B5EF4-FFF2-40B4-BE49-F238E27FC236}">
                <a16:creationId xmlns:a16="http://schemas.microsoft.com/office/drawing/2014/main" id="{E2A37130-6642-4ADE-B67B-F4188BC051EC}"/>
              </a:ext>
            </a:extLst>
          </p:cNvPr>
          <p:cNvSpPr>
            <a:spLocks xmlns:a="http://schemas.openxmlformats.org/drawingml/2006/main" noGrp="1"/>
          </p:cNvSpPr>
          <p:nvPr/>
        </p:nvSpPr>
        <p:spPr>
          <a:xfrm xmlns:a="http://schemas.openxmlformats.org/drawingml/2006/main">
            <a:off x="1123950" y="2705100"/>
            <a:ext cx="4191000" cy="628650"/>
          </a:xfrm>
          <a:prstGeom xmlns:a="http://schemas.openxmlformats.org/drawingml/2006/main" prst="rect">
            <a:avLst/>
          </a:prstGeom>
          <a:solidFill xmlns:a="http://schemas.openxmlformats.org/drawingml/2006/main">
            <a:srgbClr val="EAB308"/>
          </a:solidFill>
          <a:ln xmlns:a="http://schemas.openxmlformats.org/drawingml/2006/main" w="28575">
            <a:solidFill>
              <a:srgbClr val="0B0B0B"/>
            </a:solidFill>
            <a:prstDash val="solid"/>
          </a:ln>
        </p:spPr>
      </p:sp>
      <p:sp>
        <p:nvSpPr>
          <p:cNvPr id="16" name="">
            <a:extLst xmlns:a="http://schemas.openxmlformats.org/drawingml/2006/main">
              <a:ext uri="{FF2B5EF4-FFF2-40B4-BE49-F238E27FC236}">
                <a16:creationId xmlns:a16="http://schemas.microsoft.com/office/drawing/2014/main" id="{51C19969-F312-4793-8F3F-265EAC093285}"/>
              </a:ext>
            </a:extLst>
          </p:cNvPr>
          <p:cNvSpPr>
            <a:spLocks xmlns:a="http://schemas.openxmlformats.org/drawingml/2006/main" noGrp="1"/>
          </p:cNvSpPr>
          <p:nvPr/>
        </p:nvSpPr>
        <p:spPr>
          <a:xfrm xmlns:a="http://schemas.openxmlformats.org/drawingml/2006/main">
            <a:off x="6086475" y="2752725"/>
            <a:ext cx="4762500" cy="6286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17" name="">
            <a:extLst xmlns:a="http://schemas.openxmlformats.org/drawingml/2006/main">
              <a:ext uri="{FF2B5EF4-FFF2-40B4-BE49-F238E27FC236}">
                <a16:creationId xmlns:a16="http://schemas.microsoft.com/office/drawing/2014/main" id="{FFC3A732-692F-4282-8BED-245A31F0385E}"/>
              </a:ext>
            </a:extLst>
          </p:cNvPr>
          <p:cNvSpPr>
            <a:spLocks xmlns:a="http://schemas.openxmlformats.org/drawingml/2006/main" noGrp="1"/>
          </p:cNvSpPr>
          <p:nvPr/>
        </p:nvSpPr>
        <p:spPr>
          <a:xfrm xmlns:a="http://schemas.openxmlformats.org/drawingml/2006/main">
            <a:off x="6038850" y="2705100"/>
            <a:ext cx="4762500" cy="62865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18" name="">
            <a:extLst xmlns:a="http://schemas.openxmlformats.org/drawingml/2006/main">
              <a:ext uri="{FF2B5EF4-FFF2-40B4-BE49-F238E27FC236}">
                <a16:creationId xmlns:a16="http://schemas.microsoft.com/office/drawing/2014/main" id="{FB7F43C7-D047-4BD0-9199-CA713CA57A59}"/>
              </a:ext>
            </a:extLst>
          </p:cNvPr>
          <p:cNvSpPr>
            <a:spLocks xmlns:a="http://schemas.openxmlformats.org/drawingml/2006/main" noGrp="1"/>
          </p:cNvSpPr>
          <p:nvPr/>
        </p:nvSpPr>
        <p:spPr>
          <a:xfrm xmlns:a="http://schemas.openxmlformats.org/drawingml/2006/main">
            <a:off x="1333500" y="2867025"/>
            <a:ext cx="3771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95238"/>
          </a:bodyPr>
          <a:lstStyle xmlns:a="http://schemas.openxmlformats.org/drawingml/2006/main"/>
          <a:p xmlns:a="http://schemas.openxmlformats.org/drawingml/2006/main">
            <a:pPr algn="ctr">
              <a:lnSpc>
                <a:spcPct val="105000"/>
              </a:lnSpc>
              <a:buNone/>
              <a:defRPr sz="1500" b="1">
                <a:solidFill>
                  <a:srgbClr val="0B0B0B"/>
                </a:solidFill>
                <a:latin typeface="Noto Sans Khmer"/>
                <a:ea typeface="Noto Sans Khmer"/>
                <a:cs typeface="Noto Sans Khmer"/>
              </a:defRPr>
            </a:pPr>
            <a:r>
              <a:rPr sz="1500" b="1">
                <a:solidFill>
                  <a:srgbClr val="0B0B0B"/>
                </a:solidFill>
                <a:latin typeface="Noto Sans Khmer"/>
                <a:ea typeface="Noto Sans Khmer"/>
                <a:cs typeface="Noto Sans Khmer"/>
              </a:rPr>
              <a:t>មិនដឹងចាប់ផ្តើមពីណា</a:t>
            </a:r>
          </a:p>
        </p:txBody>
      </p:sp>
      <p:sp>
        <p:nvSpPr>
          <p:cNvPr id="19" name="">
            <a:extLst xmlns:a="http://schemas.openxmlformats.org/drawingml/2006/main">
              <a:ext uri="{FF2B5EF4-FFF2-40B4-BE49-F238E27FC236}">
                <a16:creationId xmlns:a16="http://schemas.microsoft.com/office/drawing/2014/main" id="{628A130A-2BDC-4594-B5BF-1E94E04B0366}"/>
              </a:ext>
            </a:extLst>
          </p:cNvPr>
          <p:cNvSpPr>
            <a:spLocks xmlns:a="http://schemas.openxmlformats.org/drawingml/2006/main" noGrp="1"/>
          </p:cNvSpPr>
          <p:nvPr/>
        </p:nvSpPr>
        <p:spPr>
          <a:xfrm xmlns:a="http://schemas.openxmlformats.org/drawingml/2006/main">
            <a:off x="6248400" y="2857500"/>
            <a:ext cx="4343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ctr">
              <a:lnSpc>
                <a:spcPct val="105000"/>
              </a:lnSpc>
              <a:buNone/>
              <a:defRPr sz="1425" b="1">
                <a:solidFill>
                  <a:srgbClr val="0B0B0B"/>
                </a:solidFill>
                <a:latin typeface="Noto Sans Khmer"/>
                <a:ea typeface="Noto Sans Khmer"/>
                <a:cs typeface="Noto Sans Khmer"/>
              </a:defRPr>
            </a:pPr>
            <a:r>
              <a:rPr sz="1425" b="1">
                <a:solidFill>
                  <a:srgbClr val="0B0B0B"/>
                </a:solidFill>
                <a:latin typeface="Noto Sans Khmer"/>
                <a:ea typeface="Noto Sans Khmer"/>
                <a:cs typeface="Noto Sans Khmer"/>
              </a:rPr>
              <a:t>Add Learning Journey step-by-step guidance</a:t>
            </a:r>
          </a:p>
        </p:txBody>
      </p:sp>
      <p:sp>
        <p:nvSpPr>
          <p:cNvPr id="20" name="">
            <a:extLst xmlns:a="http://schemas.openxmlformats.org/drawingml/2006/main">
              <a:ext uri="{FF2B5EF4-FFF2-40B4-BE49-F238E27FC236}">
                <a16:creationId xmlns:a16="http://schemas.microsoft.com/office/drawing/2014/main" id="{978C3130-F722-4389-BE67-95E63209427D}"/>
              </a:ext>
            </a:extLst>
          </p:cNvPr>
          <p:cNvSpPr>
            <a:spLocks xmlns:a="http://schemas.openxmlformats.org/drawingml/2006/main" noGrp="1"/>
          </p:cNvSpPr>
          <p:nvPr/>
        </p:nvSpPr>
        <p:spPr>
          <a:xfrm xmlns:a="http://schemas.openxmlformats.org/drawingml/2006/main">
            <a:off x="5467350" y="2933700"/>
            <a:ext cx="438150" cy="171450"/>
          </a:xfrm>
          <a:prstGeom xmlns:a="http://schemas.openxmlformats.org/drawingml/2006/main" prst="rightArrow">
            <a:avLst/>
          </a:prstGeom>
          <a:solidFill xmlns:a="http://schemas.openxmlformats.org/drawingml/2006/main">
            <a:srgbClr val="0B0B0B"/>
          </a:solidFill>
          <a:ln xmlns:a="http://schemas.openxmlformats.org/drawingml/2006/main" w="0">
            <a:solidFill>
              <a:srgbClr val="0B0B0B"/>
            </a:solidFill>
            <a:prstDash val="solid"/>
          </a:ln>
        </p:spPr>
      </p:sp>
      <p:sp>
        <p:nvSpPr>
          <p:cNvPr id="21" name="">
            <a:extLst xmlns:a="http://schemas.openxmlformats.org/drawingml/2006/main">
              <a:ext uri="{FF2B5EF4-FFF2-40B4-BE49-F238E27FC236}">
                <a16:creationId xmlns:a16="http://schemas.microsoft.com/office/drawing/2014/main" id="{4E6CFFDB-03FD-48A0-AFD6-48FABBB7C61A}"/>
              </a:ext>
            </a:extLst>
          </p:cNvPr>
          <p:cNvSpPr>
            <a:spLocks xmlns:a="http://schemas.openxmlformats.org/drawingml/2006/main" noGrp="1"/>
          </p:cNvSpPr>
          <p:nvPr/>
        </p:nvSpPr>
        <p:spPr>
          <a:xfrm xmlns:a="http://schemas.openxmlformats.org/drawingml/2006/main">
            <a:off x="1171575" y="3648075"/>
            <a:ext cx="4191000" cy="6286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22" name="">
            <a:extLst xmlns:a="http://schemas.openxmlformats.org/drawingml/2006/main">
              <a:ext uri="{FF2B5EF4-FFF2-40B4-BE49-F238E27FC236}">
                <a16:creationId xmlns:a16="http://schemas.microsoft.com/office/drawing/2014/main" id="{CB6580D8-D158-4DCE-8502-400CEDC435B3}"/>
              </a:ext>
            </a:extLst>
          </p:cNvPr>
          <p:cNvSpPr>
            <a:spLocks xmlns:a="http://schemas.openxmlformats.org/drawingml/2006/main" noGrp="1"/>
          </p:cNvSpPr>
          <p:nvPr/>
        </p:nvSpPr>
        <p:spPr>
          <a:xfrm xmlns:a="http://schemas.openxmlformats.org/drawingml/2006/main">
            <a:off x="1123950" y="3600450"/>
            <a:ext cx="4191000" cy="628650"/>
          </a:xfrm>
          <a:prstGeom xmlns:a="http://schemas.openxmlformats.org/drawingml/2006/main" prst="rect">
            <a:avLst/>
          </a:prstGeom>
          <a:solidFill xmlns:a="http://schemas.openxmlformats.org/drawingml/2006/main">
            <a:srgbClr val="EAB308"/>
          </a:solidFill>
          <a:ln xmlns:a="http://schemas.openxmlformats.org/drawingml/2006/main" w="28575">
            <a:solidFill>
              <a:srgbClr val="0B0B0B"/>
            </a:solidFill>
            <a:prstDash val="solid"/>
          </a:ln>
        </p:spPr>
      </p:sp>
      <p:sp>
        <p:nvSpPr>
          <p:cNvPr id="23" name="">
            <a:extLst xmlns:a="http://schemas.openxmlformats.org/drawingml/2006/main">
              <a:ext uri="{FF2B5EF4-FFF2-40B4-BE49-F238E27FC236}">
                <a16:creationId xmlns:a16="http://schemas.microsoft.com/office/drawing/2014/main" id="{005F3016-A35E-4EEF-A645-796E7914A672}"/>
              </a:ext>
            </a:extLst>
          </p:cNvPr>
          <p:cNvSpPr>
            <a:spLocks xmlns:a="http://schemas.openxmlformats.org/drawingml/2006/main" noGrp="1"/>
          </p:cNvSpPr>
          <p:nvPr/>
        </p:nvSpPr>
        <p:spPr>
          <a:xfrm xmlns:a="http://schemas.openxmlformats.org/drawingml/2006/main">
            <a:off x="6086475" y="3648075"/>
            <a:ext cx="4762500" cy="6286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24" name="">
            <a:extLst xmlns:a="http://schemas.openxmlformats.org/drawingml/2006/main">
              <a:ext uri="{FF2B5EF4-FFF2-40B4-BE49-F238E27FC236}">
                <a16:creationId xmlns:a16="http://schemas.microsoft.com/office/drawing/2014/main" id="{BADA07E4-EA7D-426A-A5A7-3455E1182495}"/>
              </a:ext>
            </a:extLst>
          </p:cNvPr>
          <p:cNvSpPr>
            <a:spLocks xmlns:a="http://schemas.openxmlformats.org/drawingml/2006/main" noGrp="1"/>
          </p:cNvSpPr>
          <p:nvPr/>
        </p:nvSpPr>
        <p:spPr>
          <a:xfrm xmlns:a="http://schemas.openxmlformats.org/drawingml/2006/main">
            <a:off x="6038850" y="3600450"/>
            <a:ext cx="4762500" cy="62865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25" name="">
            <a:extLst xmlns:a="http://schemas.openxmlformats.org/drawingml/2006/main">
              <a:ext uri="{FF2B5EF4-FFF2-40B4-BE49-F238E27FC236}">
                <a16:creationId xmlns:a16="http://schemas.microsoft.com/office/drawing/2014/main" id="{7C550087-BD40-4196-B663-3C46A943F0C6}"/>
              </a:ext>
            </a:extLst>
          </p:cNvPr>
          <p:cNvSpPr>
            <a:spLocks xmlns:a="http://schemas.openxmlformats.org/drawingml/2006/main" noGrp="1"/>
          </p:cNvSpPr>
          <p:nvPr/>
        </p:nvSpPr>
        <p:spPr>
          <a:xfrm xmlns:a="http://schemas.openxmlformats.org/drawingml/2006/main">
            <a:off x="1333500" y="3762375"/>
            <a:ext cx="3771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95238"/>
          </a:bodyPr>
          <a:lstStyle xmlns:a="http://schemas.openxmlformats.org/drawingml/2006/main"/>
          <a:p xmlns:a="http://schemas.openxmlformats.org/drawingml/2006/main">
            <a:pPr algn="ctr">
              <a:lnSpc>
                <a:spcPct val="105000"/>
              </a:lnSpc>
              <a:buNone/>
              <a:defRPr sz="1500" b="1">
                <a:solidFill>
                  <a:srgbClr val="0B0B0B"/>
                </a:solidFill>
                <a:latin typeface="Noto Sans Khmer"/>
                <a:ea typeface="Noto Sans Khmer"/>
                <a:cs typeface="Noto Sans Khmer"/>
              </a:defRPr>
            </a:pPr>
            <a:r>
              <a:rPr sz="1500" b="1">
                <a:solidFill>
                  <a:srgbClr val="0B0B0B"/>
                </a:solidFill>
                <a:latin typeface="Noto Sans Khmer"/>
                <a:ea typeface="Noto Sans Khmer"/>
                <a:cs typeface="Noto Sans Khmer"/>
              </a:rPr>
              <a:t>ចង់ដឹងហេតុអ្វីចម្លើយខុស</a:t>
            </a:r>
          </a:p>
        </p:txBody>
      </p:sp>
      <p:sp>
        <p:nvSpPr>
          <p:cNvPr id="26" name="">
            <a:extLst xmlns:a="http://schemas.openxmlformats.org/drawingml/2006/main">
              <a:ext uri="{FF2B5EF4-FFF2-40B4-BE49-F238E27FC236}">
                <a16:creationId xmlns:a16="http://schemas.microsoft.com/office/drawing/2014/main" id="{B373A5BE-50CF-449C-BBC4-1D3C588DDEB0}"/>
              </a:ext>
            </a:extLst>
          </p:cNvPr>
          <p:cNvSpPr>
            <a:spLocks xmlns:a="http://schemas.openxmlformats.org/drawingml/2006/main" noGrp="1"/>
          </p:cNvSpPr>
          <p:nvPr/>
        </p:nvSpPr>
        <p:spPr>
          <a:xfrm xmlns:a="http://schemas.openxmlformats.org/drawingml/2006/main">
            <a:off x="6248400" y="3752850"/>
            <a:ext cx="4343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95887"/>
          </a:bodyPr>
          <a:lstStyle xmlns:a="http://schemas.openxmlformats.org/drawingml/2006/main"/>
          <a:p xmlns:a="http://schemas.openxmlformats.org/drawingml/2006/main">
            <a:pPr algn="ctr">
              <a:lnSpc>
                <a:spcPct val="105000"/>
              </a:lnSpc>
              <a:buNone/>
              <a:defRPr sz="1425" b="1">
                <a:solidFill>
                  <a:srgbClr val="0B0B0B"/>
                </a:solidFill>
                <a:latin typeface="Noto Sans Khmer"/>
                <a:ea typeface="Noto Sans Khmer"/>
                <a:cs typeface="Noto Sans Khmer"/>
              </a:defRPr>
            </a:pPr>
            <a:r>
              <a:rPr sz="1425" b="1">
                <a:solidFill>
                  <a:srgbClr val="0B0B0B"/>
                </a:solidFill>
                <a:latin typeface="Noto Sans Khmer"/>
                <a:ea typeface="Noto Sans Khmer"/>
                <a:cs typeface="Noto Sans Khmer"/>
              </a:rPr>
              <a:t>Add instant Suar AI explanation after each question</a:t>
            </a:r>
          </a:p>
        </p:txBody>
      </p:sp>
      <p:sp>
        <p:nvSpPr>
          <p:cNvPr id="27" name="">
            <a:extLst xmlns:a="http://schemas.openxmlformats.org/drawingml/2006/main">
              <a:ext uri="{FF2B5EF4-FFF2-40B4-BE49-F238E27FC236}">
                <a16:creationId xmlns:a16="http://schemas.microsoft.com/office/drawing/2014/main" id="{237E68A3-5874-4F63-977F-1DBAF3C64652}"/>
              </a:ext>
            </a:extLst>
          </p:cNvPr>
          <p:cNvSpPr>
            <a:spLocks xmlns:a="http://schemas.openxmlformats.org/drawingml/2006/main" noGrp="1"/>
          </p:cNvSpPr>
          <p:nvPr/>
        </p:nvSpPr>
        <p:spPr>
          <a:xfrm xmlns:a="http://schemas.openxmlformats.org/drawingml/2006/main">
            <a:off x="5467350" y="3829050"/>
            <a:ext cx="438150" cy="171450"/>
          </a:xfrm>
          <a:prstGeom xmlns:a="http://schemas.openxmlformats.org/drawingml/2006/main" prst="rightArrow">
            <a:avLst/>
          </a:prstGeom>
          <a:solidFill xmlns:a="http://schemas.openxmlformats.org/drawingml/2006/main">
            <a:srgbClr val="0B0B0B"/>
          </a:solidFill>
          <a:ln xmlns:a="http://schemas.openxmlformats.org/drawingml/2006/main" w="0">
            <a:solidFill>
              <a:srgbClr val="0B0B0B"/>
            </a:solidFill>
            <a:prstDash val="solid"/>
          </a:ln>
        </p:spPr>
      </p:sp>
      <p:sp>
        <p:nvSpPr>
          <p:cNvPr id="28" name="">
            <a:extLst xmlns:a="http://schemas.openxmlformats.org/drawingml/2006/main">
              <a:ext uri="{FF2B5EF4-FFF2-40B4-BE49-F238E27FC236}">
                <a16:creationId xmlns:a16="http://schemas.microsoft.com/office/drawing/2014/main" id="{194A795F-C0BD-4B9D-9F6D-45E254045D9F}"/>
              </a:ext>
            </a:extLst>
          </p:cNvPr>
          <p:cNvSpPr>
            <a:spLocks xmlns:a="http://schemas.openxmlformats.org/drawingml/2006/main" noGrp="1"/>
          </p:cNvSpPr>
          <p:nvPr/>
        </p:nvSpPr>
        <p:spPr>
          <a:xfrm xmlns:a="http://schemas.openxmlformats.org/drawingml/2006/main">
            <a:off x="1171575" y="4543425"/>
            <a:ext cx="4191000" cy="6286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29" name="">
            <a:extLst xmlns:a="http://schemas.openxmlformats.org/drawingml/2006/main">
              <a:ext uri="{FF2B5EF4-FFF2-40B4-BE49-F238E27FC236}">
                <a16:creationId xmlns:a16="http://schemas.microsoft.com/office/drawing/2014/main" id="{CC6CE576-8F24-45EA-8218-5BD7C4ABCFEF}"/>
              </a:ext>
            </a:extLst>
          </p:cNvPr>
          <p:cNvSpPr>
            <a:spLocks xmlns:a="http://schemas.openxmlformats.org/drawingml/2006/main" noGrp="1"/>
          </p:cNvSpPr>
          <p:nvPr/>
        </p:nvSpPr>
        <p:spPr>
          <a:xfrm xmlns:a="http://schemas.openxmlformats.org/drawingml/2006/main">
            <a:off x="1123950" y="4495800"/>
            <a:ext cx="4191000" cy="628650"/>
          </a:xfrm>
          <a:prstGeom xmlns:a="http://schemas.openxmlformats.org/drawingml/2006/main" prst="rect">
            <a:avLst/>
          </a:prstGeom>
          <a:solidFill xmlns:a="http://schemas.openxmlformats.org/drawingml/2006/main">
            <a:srgbClr val="EAB308"/>
          </a:solidFill>
          <a:ln xmlns:a="http://schemas.openxmlformats.org/drawingml/2006/main" w="28575">
            <a:solidFill>
              <a:srgbClr val="0B0B0B"/>
            </a:solidFill>
            <a:prstDash val="solid"/>
          </a:ln>
        </p:spPr>
      </p:sp>
      <p:sp>
        <p:nvSpPr>
          <p:cNvPr id="30" name="">
            <a:extLst xmlns:a="http://schemas.openxmlformats.org/drawingml/2006/main">
              <a:ext uri="{FF2B5EF4-FFF2-40B4-BE49-F238E27FC236}">
                <a16:creationId xmlns:a16="http://schemas.microsoft.com/office/drawing/2014/main" id="{5656A3EF-F960-48C4-BA5F-CDE00C198AA8}"/>
              </a:ext>
            </a:extLst>
          </p:cNvPr>
          <p:cNvSpPr>
            <a:spLocks xmlns:a="http://schemas.openxmlformats.org/drawingml/2006/main" noGrp="1"/>
          </p:cNvSpPr>
          <p:nvPr/>
        </p:nvSpPr>
        <p:spPr>
          <a:xfrm xmlns:a="http://schemas.openxmlformats.org/drawingml/2006/main">
            <a:off x="6086475" y="4543425"/>
            <a:ext cx="4762500" cy="6286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31" name="">
            <a:extLst xmlns:a="http://schemas.openxmlformats.org/drawingml/2006/main">
              <a:ext uri="{FF2B5EF4-FFF2-40B4-BE49-F238E27FC236}">
                <a16:creationId xmlns:a16="http://schemas.microsoft.com/office/drawing/2014/main" id="{2D5DFF12-A590-498F-BE2A-1547F20B4EC0}"/>
              </a:ext>
            </a:extLst>
          </p:cNvPr>
          <p:cNvSpPr>
            <a:spLocks xmlns:a="http://schemas.openxmlformats.org/drawingml/2006/main" noGrp="1"/>
          </p:cNvSpPr>
          <p:nvPr/>
        </p:nvSpPr>
        <p:spPr>
          <a:xfrm xmlns:a="http://schemas.openxmlformats.org/drawingml/2006/main">
            <a:off x="6038850" y="4495800"/>
            <a:ext cx="4762500" cy="62865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32" name="">
            <a:extLst xmlns:a="http://schemas.openxmlformats.org/drawingml/2006/main">
              <a:ext uri="{FF2B5EF4-FFF2-40B4-BE49-F238E27FC236}">
                <a16:creationId xmlns:a16="http://schemas.microsoft.com/office/drawing/2014/main" id="{0295FB97-14EE-40F7-A861-F1738A0EE483}"/>
              </a:ext>
            </a:extLst>
          </p:cNvPr>
          <p:cNvSpPr>
            <a:spLocks xmlns:a="http://schemas.openxmlformats.org/drawingml/2006/main" noGrp="1"/>
          </p:cNvSpPr>
          <p:nvPr/>
        </p:nvSpPr>
        <p:spPr>
          <a:xfrm xmlns:a="http://schemas.openxmlformats.org/drawingml/2006/main">
            <a:off x="1333500" y="4657725"/>
            <a:ext cx="3771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95238"/>
          </a:bodyPr>
          <a:lstStyle xmlns:a="http://schemas.openxmlformats.org/drawingml/2006/main"/>
          <a:p xmlns:a="http://schemas.openxmlformats.org/drawingml/2006/main">
            <a:pPr algn="ctr">
              <a:lnSpc>
                <a:spcPct val="105000"/>
              </a:lnSpc>
              <a:buNone/>
              <a:defRPr sz="1500" b="1">
                <a:solidFill>
                  <a:srgbClr val="0B0B0B"/>
                </a:solidFill>
                <a:latin typeface="Noto Sans Khmer"/>
                <a:ea typeface="Noto Sans Khmer"/>
                <a:cs typeface="Noto Sans Khmer"/>
              </a:defRPr>
            </a:pPr>
            <a:r>
              <a:rPr sz="1500" b="1">
                <a:solidFill>
                  <a:srgbClr val="0B0B0B"/>
                </a:solidFill>
                <a:latin typeface="Noto Sans Khmer"/>
                <a:ea typeface="Noto Sans Khmer"/>
                <a:cs typeface="Noto Sans Khmer"/>
              </a:rPr>
              <a:t>សិស្សខ្លះគ្មានអ៊ីមែល</a:t>
            </a:r>
          </a:p>
        </p:txBody>
      </p:sp>
      <p:sp>
        <p:nvSpPr>
          <p:cNvPr id="33" name="">
            <a:extLst xmlns:a="http://schemas.openxmlformats.org/drawingml/2006/main">
              <a:ext uri="{FF2B5EF4-FFF2-40B4-BE49-F238E27FC236}">
                <a16:creationId xmlns:a16="http://schemas.microsoft.com/office/drawing/2014/main" id="{038CE91E-DAA7-4F34-8C63-0DF76AEFCED4}"/>
              </a:ext>
            </a:extLst>
          </p:cNvPr>
          <p:cNvSpPr>
            <a:spLocks xmlns:a="http://schemas.openxmlformats.org/drawingml/2006/main" noGrp="1"/>
          </p:cNvSpPr>
          <p:nvPr/>
        </p:nvSpPr>
        <p:spPr>
          <a:xfrm xmlns:a="http://schemas.openxmlformats.org/drawingml/2006/main">
            <a:off x="6248400" y="4648200"/>
            <a:ext cx="4343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ctr">
              <a:lnSpc>
                <a:spcPct val="105000"/>
              </a:lnSpc>
              <a:buNone/>
              <a:defRPr sz="1425" b="1">
                <a:solidFill>
                  <a:srgbClr val="0B0B0B"/>
                </a:solidFill>
                <a:latin typeface="Noto Sans Khmer"/>
                <a:ea typeface="Noto Sans Khmer"/>
                <a:cs typeface="Noto Sans Khmer"/>
              </a:defRPr>
            </a:pPr>
            <a:r>
              <a:rPr sz="1425" b="1">
                <a:solidFill>
                  <a:srgbClr val="0B0B0B"/>
                </a:solidFill>
                <a:latin typeface="Noto Sans Khmer"/>
                <a:ea typeface="Noto Sans Khmer"/>
                <a:cs typeface="Noto Sans Khmer"/>
              </a:rPr>
              <a:t>Add class code joining without email</a:t>
            </a:r>
          </a:p>
        </p:txBody>
      </p:sp>
      <p:sp>
        <p:nvSpPr>
          <p:cNvPr id="34" name="">
            <a:extLst xmlns:a="http://schemas.openxmlformats.org/drawingml/2006/main">
              <a:ext uri="{FF2B5EF4-FFF2-40B4-BE49-F238E27FC236}">
                <a16:creationId xmlns:a16="http://schemas.microsoft.com/office/drawing/2014/main" id="{B659EAA6-C8E3-43DD-B808-7ACF734C6C5D}"/>
              </a:ext>
            </a:extLst>
          </p:cNvPr>
          <p:cNvSpPr>
            <a:spLocks xmlns:a="http://schemas.openxmlformats.org/drawingml/2006/main" noGrp="1"/>
          </p:cNvSpPr>
          <p:nvPr/>
        </p:nvSpPr>
        <p:spPr>
          <a:xfrm xmlns:a="http://schemas.openxmlformats.org/drawingml/2006/main">
            <a:off x="5467350" y="4724400"/>
            <a:ext cx="438150" cy="171450"/>
          </a:xfrm>
          <a:prstGeom xmlns:a="http://schemas.openxmlformats.org/drawingml/2006/main" prst="rightArrow">
            <a:avLst/>
          </a:prstGeom>
          <a:solidFill xmlns:a="http://schemas.openxmlformats.org/drawingml/2006/main">
            <a:srgbClr val="0B0B0B"/>
          </a:solidFill>
          <a:ln xmlns:a="http://schemas.openxmlformats.org/drawingml/2006/main" w="0">
            <a:solidFill>
              <a:srgbClr val="0B0B0B"/>
            </a:solidFill>
            <a:prstDash val="solid"/>
          </a:ln>
        </p:spPr>
      </p:sp>
      <p:sp>
        <p:nvSpPr>
          <p:cNvPr id="35" name="">
            <a:extLst xmlns:a="http://schemas.openxmlformats.org/drawingml/2006/main">
              <a:ext uri="{FF2B5EF4-FFF2-40B4-BE49-F238E27FC236}">
                <a16:creationId xmlns:a16="http://schemas.microsoft.com/office/drawing/2014/main" id="{07EAB431-234E-4BE2-890C-5AD4C5C58573}"/>
              </a:ext>
            </a:extLst>
          </p:cNvPr>
          <p:cNvSpPr>
            <a:spLocks xmlns:a="http://schemas.openxmlformats.org/drawingml/2006/main" noGrp="1"/>
          </p:cNvSpPr>
          <p:nvPr/>
        </p:nvSpPr>
        <p:spPr>
          <a:xfrm xmlns:a="http://schemas.openxmlformats.org/drawingml/2006/main">
            <a:off x="1619250" y="5676900"/>
            <a:ext cx="8953500" cy="400050"/>
          </a:xfrm>
          <a:prstGeom xmlns:a="http://schemas.openxmlformats.org/drawingml/2006/main" prst="rect">
            <a:avLst/>
          </a:prstGeom>
          <a:solidFill xmlns:a="http://schemas.openxmlformats.org/drawingml/2006/main">
            <a:srgbClr val="0B0B0B"/>
          </a:solidFill>
          <a:ln xmlns:a="http://schemas.openxmlformats.org/drawingml/2006/main" w="0">
            <a:noFill/>
            <a:prstDash val="solid"/>
          </a:ln>
        </p:spPr>
        <p:txBody>
          <a:bodyPr xmlns:a="http://schemas.openxmlformats.org/drawingml/2006/main" lIns="57150" tIns="38100" rIns="57150" bIns="38100" anchor="t">
            <a:normAutofit fontScale="85011"/>
          </a:bodyPr>
          <a:lstStyle xmlns:a="http://schemas.openxmlformats.org/drawingml/2006/main"/>
          <a:p xmlns:a="http://schemas.openxmlformats.org/drawingml/2006/main">
            <a:pPr algn="ctr">
              <a:lnSpc>
                <a:spcPct val="105000"/>
              </a:lnSpc>
              <a:buNone/>
              <a:defRPr sz="1725" b="1">
                <a:solidFill>
                  <a:srgbClr val="EAB308"/>
                </a:solidFill>
                <a:latin typeface="Noto Sans Khmer"/>
                <a:ea typeface="Noto Sans Khmer"/>
                <a:cs typeface="Noto Sans Khmer"/>
              </a:defRPr>
            </a:pPr>
            <a:r>
              <a:rPr sz="1725" b="1">
                <a:solidFill>
                  <a:srgbClr val="EAB308"/>
                </a:solidFill>
                <a:latin typeface="Noto Sans Khmer"/>
                <a:ea typeface="Noto Sans Khmer"/>
                <a:cs typeface="Noto Sans Khmer"/>
              </a:rPr>
              <a:t>Explain this as evidence of user-centered design: we did not defend the first version; we improved it.</a:t>
            </a:r>
          </a:p>
        </p:txBody>
      </p:sp>
    </p:spTree>
    <p:extLst>
      <p:ext uri="{BB962C8B-B14F-4D97-AF65-F5344CB8AC3E}">
        <p14:creationId xmlns:p14="http://schemas.microsoft.com/office/powerpoint/2010/main" val="152034299"/>
      </p:ext>
    </p:extLst>
  </p:cSld>
</p:sld>
</file>

<file path=ppt/slides/slide8.xml><?xml version="1.0" encoding="utf-8"?>
<p:sld xmlns:p="http://schemas.openxmlformats.org/presentationml/2006/main">
  <p:cSld>
    <p:bg>
      <p:bgPr>
        <a:solidFill xmlns:a="http://schemas.openxmlformats.org/drawingml/2006/main">
          <a:srgbClr val="FFF8D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CE4C7C7-228D-4711-943B-5BEFA84701A1}"/>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EAB308"/>
          </a:solidFill>
          <a:ln xmlns:a="http://schemas.openxmlformats.org/drawingml/2006/main" w="0">
            <a:solidFill>
              <a:srgbClr val="0B0B0B"/>
            </a:solidFill>
            <a:prstDash val="solid"/>
          </a:ln>
        </p:spPr>
      </p:sp>
      <p:sp>
        <p:nvSpPr>
          <p:cNvPr id="2" name="">
            <a:extLst xmlns:a="http://schemas.openxmlformats.org/drawingml/2006/main">
              <a:ext uri="{FF2B5EF4-FFF2-40B4-BE49-F238E27FC236}">
                <a16:creationId xmlns:a16="http://schemas.microsoft.com/office/drawing/2014/main" id="{0AB78C4F-4870-43D4-9FC2-CE5CA6E72113}"/>
              </a:ext>
            </a:extLst>
          </p:cNvPr>
          <p:cNvSpPr>
            <a:spLocks xmlns:a="http://schemas.openxmlformats.org/drawingml/2006/main" noGrp="1"/>
          </p:cNvSpPr>
          <p:nvPr/>
        </p:nvSpPr>
        <p:spPr>
          <a:xfrm xmlns:a="http://schemas.openxmlformats.org/drawingml/2006/main">
            <a:off x="0" y="6686550"/>
            <a:ext cx="12192000" cy="1714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3" name="">
            <a:extLst xmlns:a="http://schemas.openxmlformats.org/drawingml/2006/main">
              <a:ext uri="{FF2B5EF4-FFF2-40B4-BE49-F238E27FC236}">
                <a16:creationId xmlns:a16="http://schemas.microsoft.com/office/drawing/2014/main" id="{357B8595-D339-41A3-967A-2A6E77CF09B3}"/>
              </a:ext>
            </a:extLst>
          </p:cNvPr>
          <p:cNvSpPr>
            <a:spLocks xmlns:a="http://schemas.openxmlformats.org/drawingml/2006/main" noGrp="1"/>
          </p:cNvSpPr>
          <p:nvPr/>
        </p:nvSpPr>
        <p:spPr>
          <a:xfrm xmlns:a="http://schemas.openxmlformats.org/drawingml/2006/main">
            <a:off x="514350" y="2857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5000"/>
              </a:lnSpc>
              <a:buNone/>
              <a:defRPr sz="975" b="1">
                <a:solidFill>
                  <a:srgbClr val="0B0B0B"/>
                </a:solidFill>
                <a:latin typeface="Noto Sans Khmer"/>
                <a:ea typeface="Noto Sans Khmer"/>
                <a:cs typeface="Noto Sans Khmer"/>
              </a:defRPr>
            </a:pPr>
            <a:r>
              <a:rPr sz="975" b="1">
                <a:solidFill>
                  <a:srgbClr val="0B0B0B"/>
                </a:solidFill>
                <a:latin typeface="Noto Sans Khmer"/>
                <a:ea typeface="Noto Sans Khmer"/>
                <a:cs typeface="Noto Sans Khmer"/>
              </a:rPr>
              <a:t>KWD USER ADOPTION PLAN</a:t>
            </a:r>
          </a:p>
        </p:txBody>
      </p:sp>
      <p:sp>
        <p:nvSpPr>
          <p:cNvPr id="4" name="">
            <a:extLst xmlns:a="http://schemas.openxmlformats.org/drawingml/2006/main">
              <a:ext uri="{FF2B5EF4-FFF2-40B4-BE49-F238E27FC236}">
                <a16:creationId xmlns:a16="http://schemas.microsoft.com/office/drawing/2014/main" id="{E70C34B3-36BB-4E31-B6CE-33538FBADC9D}"/>
              </a:ext>
            </a:extLst>
          </p:cNvPr>
          <p:cNvSpPr>
            <a:spLocks xmlns:a="http://schemas.openxmlformats.org/drawingml/2006/main" noGrp="1"/>
          </p:cNvSpPr>
          <p:nvPr/>
        </p:nvSpPr>
        <p:spPr>
          <a:xfrm xmlns:a="http://schemas.openxmlformats.org/drawingml/2006/main">
            <a:off x="11163300" y="266700"/>
            <a:ext cx="514350" cy="323850"/>
          </a:xfrm>
          <a:prstGeom xmlns:a="http://schemas.openxmlformats.org/drawingml/2006/main" prst="rect">
            <a:avLst/>
          </a:prstGeom>
          <a:solidFill xmlns:a="http://schemas.openxmlformats.org/drawingml/2006/main">
            <a:srgbClr val="EAB308"/>
          </a:solidFill>
          <a:ln xmlns:a="http://schemas.openxmlformats.org/drawingml/2006/main" w="28575">
            <a:solidFill>
              <a:srgbClr val="0B0B0B"/>
            </a:solid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lnSpc>
                <a:spcPct val="105000"/>
              </a:lnSpc>
              <a:buNone/>
              <a:defRPr sz="1350" b="1">
                <a:solidFill>
                  <a:srgbClr val="0B0B0B"/>
                </a:solidFill>
                <a:latin typeface="Noto Sans Khmer"/>
                <a:ea typeface="Noto Sans Khmer"/>
                <a:cs typeface="Noto Sans Khmer"/>
              </a:defRPr>
            </a:pPr>
            <a:r>
              <a:rPr sz="1350" b="1">
                <a:solidFill>
                  <a:srgbClr val="0B0B0B"/>
                </a:solidFill>
                <a:latin typeface="Noto Sans Khmer"/>
                <a:ea typeface="Noto Sans Khmer"/>
                <a:cs typeface="Noto Sans Khmer"/>
              </a:rPr>
              <a:t>08</a:t>
            </a:r>
          </a:p>
        </p:txBody>
      </p:sp>
      <p:sp>
        <p:nvSpPr>
          <p:cNvPr id="5" name="">
            <a:extLst xmlns:a="http://schemas.openxmlformats.org/drawingml/2006/main">
              <a:ext uri="{FF2B5EF4-FFF2-40B4-BE49-F238E27FC236}">
                <a16:creationId xmlns:a16="http://schemas.microsoft.com/office/drawing/2014/main" id="{00E5F5DE-16B2-4F28-B1DF-40295A17FFC3}"/>
              </a:ext>
            </a:extLst>
          </p:cNvPr>
          <p:cNvSpPr>
            <a:spLocks xmlns:a="http://schemas.openxmlformats.org/drawingml/2006/main" noGrp="1"/>
          </p:cNvSpPr>
          <p:nvPr/>
        </p:nvSpPr>
        <p:spPr>
          <a:xfrm xmlns:a="http://schemas.openxmlformats.org/drawingml/2006/main">
            <a:off x="514350" y="609600"/>
            <a:ext cx="8096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98000"/>
              </a:lnSpc>
              <a:buNone/>
              <a:defRPr sz="2850" b="1">
                <a:solidFill>
                  <a:srgbClr val="0B0B0B"/>
                </a:solidFill>
                <a:latin typeface="Noto Sans Khmer"/>
                <a:ea typeface="Noto Sans Khmer"/>
                <a:cs typeface="Noto Sans Khmer"/>
              </a:defRPr>
            </a:pPr>
            <a:r>
              <a:rPr sz="2850" b="1">
                <a:solidFill>
                  <a:srgbClr val="0B0B0B"/>
                </a:solidFill>
                <a:latin typeface="Noto Sans Khmer"/>
                <a:ea typeface="Noto Sans Khmer"/>
                <a:cs typeface="Noto Sans Khmer"/>
              </a:rPr>
              <a:t>Go-To-Market: ក្រោមឡើងលើ និងលើចុះក្រោម</a:t>
            </a:r>
          </a:p>
        </p:txBody>
      </p:sp>
      <p:sp>
        <p:nvSpPr>
          <p:cNvPr id="6" name="">
            <a:extLst xmlns:a="http://schemas.openxmlformats.org/drawingml/2006/main">
              <a:ext uri="{FF2B5EF4-FFF2-40B4-BE49-F238E27FC236}">
                <a16:creationId xmlns:a16="http://schemas.microsoft.com/office/drawing/2014/main" id="{046CA627-41A4-4278-9509-E11952C4FB4F}"/>
              </a:ext>
            </a:extLst>
          </p:cNvPr>
          <p:cNvSpPr>
            <a:spLocks xmlns:a="http://schemas.openxmlformats.org/drawingml/2006/main" noGrp="1"/>
          </p:cNvSpPr>
          <p:nvPr/>
        </p:nvSpPr>
        <p:spPr>
          <a:xfrm xmlns:a="http://schemas.openxmlformats.org/drawingml/2006/main">
            <a:off x="552450" y="1276350"/>
            <a:ext cx="790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5000"/>
              </a:lnSpc>
              <a:buNone/>
              <a:defRPr sz="1275" b="0">
                <a:solidFill>
                  <a:srgbClr val="383838"/>
                </a:solidFill>
                <a:latin typeface="Noto Sans Khmer"/>
                <a:ea typeface="Noto Sans Khmer"/>
                <a:cs typeface="Noto Sans Khmer"/>
              </a:defRPr>
            </a:pPr>
            <a:r>
              <a:rPr sz="1275" b="0">
                <a:solidFill>
                  <a:srgbClr val="383838"/>
                </a:solidFill>
                <a:latin typeface="Noto Sans Khmer"/>
                <a:ea typeface="Noto Sans Khmer"/>
                <a:cs typeface="Noto Sans Khmer"/>
              </a:rPr>
              <a:t>Growth combines teacher/community adoption with institutional trust.</a:t>
            </a:r>
          </a:p>
        </p:txBody>
      </p:sp>
      <p:sp>
        <p:nvSpPr>
          <p:cNvPr id="7" name="">
            <a:extLst xmlns:a="http://schemas.openxmlformats.org/drawingml/2006/main">
              <a:ext uri="{FF2B5EF4-FFF2-40B4-BE49-F238E27FC236}">
                <a16:creationId xmlns:a16="http://schemas.microsoft.com/office/drawing/2014/main" id="{310B8403-650C-4B12-AD3B-B11EB4F5C034}"/>
              </a:ext>
            </a:extLst>
          </p:cNvPr>
          <p:cNvSpPr>
            <a:spLocks xmlns:a="http://schemas.openxmlformats.org/drawingml/2006/main" noGrp="1"/>
          </p:cNvSpPr>
          <p:nvPr/>
        </p:nvSpPr>
        <p:spPr>
          <a:xfrm xmlns:a="http://schemas.openxmlformats.org/drawingml/2006/main">
            <a:off x="742950" y="1866900"/>
            <a:ext cx="2476500" cy="25717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8" name="">
            <a:extLst xmlns:a="http://schemas.openxmlformats.org/drawingml/2006/main">
              <a:ext uri="{FF2B5EF4-FFF2-40B4-BE49-F238E27FC236}">
                <a16:creationId xmlns:a16="http://schemas.microsoft.com/office/drawing/2014/main" id="{8AC8101F-A511-4136-9B03-D787AF05B59E}"/>
              </a:ext>
            </a:extLst>
          </p:cNvPr>
          <p:cNvSpPr>
            <a:spLocks xmlns:a="http://schemas.openxmlformats.org/drawingml/2006/main" noGrp="1"/>
          </p:cNvSpPr>
          <p:nvPr/>
        </p:nvSpPr>
        <p:spPr>
          <a:xfrm xmlns:a="http://schemas.openxmlformats.org/drawingml/2006/main">
            <a:off x="666750" y="1790700"/>
            <a:ext cx="2476500" cy="257175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9" name="">
            <a:extLst xmlns:a="http://schemas.openxmlformats.org/drawingml/2006/main">
              <a:ext uri="{FF2B5EF4-FFF2-40B4-BE49-F238E27FC236}">
                <a16:creationId xmlns:a16="http://schemas.microsoft.com/office/drawing/2014/main" id="{BE311EE9-FDC7-4EB8-9E8F-C2BD35D2DEDB}"/>
              </a:ext>
            </a:extLst>
          </p:cNvPr>
          <p:cNvSpPr>
            <a:spLocks xmlns:a="http://schemas.openxmlformats.org/drawingml/2006/main" noGrp="1"/>
          </p:cNvSpPr>
          <p:nvPr/>
        </p:nvSpPr>
        <p:spPr>
          <a:xfrm xmlns:a="http://schemas.openxmlformats.org/drawingml/2006/main">
            <a:off x="666750" y="1790700"/>
            <a:ext cx="2476500" cy="323850"/>
          </a:xfrm>
          <a:prstGeom xmlns:a="http://schemas.openxmlformats.org/drawingml/2006/main" prst="rect">
            <a:avLst/>
          </a:prstGeom>
          <a:solidFill xmlns:a="http://schemas.openxmlformats.org/drawingml/2006/main">
            <a:srgbClr val="16A34A"/>
          </a:solidFill>
          <a:ln xmlns:a="http://schemas.openxmlformats.org/drawingml/2006/main" w="0">
            <a:solidFill>
              <a:srgbClr val="0B0B0B"/>
            </a:solidFill>
            <a:prstDash val="solid"/>
          </a:ln>
        </p:spPr>
      </p:sp>
      <p:sp>
        <p:nvSpPr>
          <p:cNvPr id="10" name="">
            <a:extLst xmlns:a="http://schemas.openxmlformats.org/drawingml/2006/main">
              <a:ext uri="{FF2B5EF4-FFF2-40B4-BE49-F238E27FC236}">
                <a16:creationId xmlns:a16="http://schemas.microsoft.com/office/drawing/2014/main" id="{99B26E44-2D14-446E-9C1E-FEBEC7C1D2DE}"/>
              </a:ext>
            </a:extLst>
          </p:cNvPr>
          <p:cNvSpPr>
            <a:spLocks xmlns:a="http://schemas.openxmlformats.org/drawingml/2006/main" noGrp="1"/>
          </p:cNvSpPr>
          <p:nvPr/>
        </p:nvSpPr>
        <p:spPr>
          <a:xfrm xmlns:a="http://schemas.openxmlformats.org/drawingml/2006/main">
            <a:off x="800100" y="1847850"/>
            <a:ext cx="2209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lnSpc>
                <a:spcPct val="105000"/>
              </a:lnSpc>
              <a:buNone/>
              <a:defRPr sz="975" b="1">
                <a:solidFill>
                  <a:srgbClr val="0B0B0B"/>
                </a:solidFill>
                <a:latin typeface="Noto Sans Khmer"/>
                <a:ea typeface="Noto Sans Khmer"/>
                <a:cs typeface="Noto Sans Khmer"/>
              </a:defRPr>
            </a:pPr>
            <a:r>
              <a:rPr sz="975" b="1">
                <a:solidFill>
                  <a:srgbClr val="0B0B0B"/>
                </a:solidFill>
                <a:latin typeface="Noto Sans Khmer"/>
                <a:ea typeface="Noto Sans Khmer"/>
                <a:cs typeface="Noto Sans Khmer"/>
              </a:rPr>
              <a:t>CONTENT</a:t>
            </a:r>
          </a:p>
        </p:txBody>
      </p:sp>
      <p:sp>
        <p:nvSpPr>
          <p:cNvPr id="11" name="">
            <a:extLst xmlns:a="http://schemas.openxmlformats.org/drawingml/2006/main">
              <a:ext uri="{FF2B5EF4-FFF2-40B4-BE49-F238E27FC236}">
                <a16:creationId xmlns:a16="http://schemas.microsoft.com/office/drawing/2014/main" id="{E7086B3E-8628-43B3-B7A8-20ACF4BEAEA4}"/>
              </a:ext>
            </a:extLst>
          </p:cNvPr>
          <p:cNvSpPr>
            <a:spLocks xmlns:a="http://schemas.openxmlformats.org/drawingml/2006/main" noGrp="1"/>
          </p:cNvSpPr>
          <p:nvPr/>
        </p:nvSpPr>
        <p:spPr>
          <a:xfrm xmlns:a="http://schemas.openxmlformats.org/drawingml/2006/main">
            <a:off x="838200" y="2286000"/>
            <a:ext cx="21336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0000"/>
              </a:lnSpc>
              <a:buNone/>
              <a:defRPr sz="1800" b="1">
                <a:solidFill>
                  <a:srgbClr val="0B0B0B"/>
                </a:solidFill>
                <a:latin typeface="Noto Sans Khmer"/>
                <a:ea typeface="Noto Sans Khmer"/>
                <a:cs typeface="Noto Sans Khmer"/>
              </a:defRPr>
            </a:pPr>
            <a:r>
              <a:rPr sz="1800" b="1">
                <a:solidFill>
                  <a:srgbClr val="0B0B0B"/>
                </a:solidFill>
                <a:latin typeface="Noto Sans Khmer"/>
                <a:ea typeface="Noto Sans Khmer"/>
                <a:cs typeface="Noto Sans Khmer"/>
              </a:rPr>
              <a:t>Short learning media</a:t>
            </a:r>
          </a:p>
        </p:txBody>
      </p:sp>
      <p:sp>
        <p:nvSpPr>
          <p:cNvPr id="12" name="">
            <a:extLst xmlns:a="http://schemas.openxmlformats.org/drawingml/2006/main">
              <a:ext uri="{FF2B5EF4-FFF2-40B4-BE49-F238E27FC236}">
                <a16:creationId xmlns:a16="http://schemas.microsoft.com/office/drawing/2014/main" id="{F9C9EAFD-75C1-4D04-A81F-815F3BE9B232}"/>
              </a:ext>
            </a:extLst>
          </p:cNvPr>
          <p:cNvSpPr>
            <a:spLocks xmlns:a="http://schemas.openxmlformats.org/drawingml/2006/main" noGrp="1"/>
          </p:cNvSpPr>
          <p:nvPr/>
        </p:nvSpPr>
        <p:spPr>
          <a:xfrm xmlns:a="http://schemas.openxmlformats.org/drawingml/2006/main">
            <a:off x="838200" y="3105150"/>
            <a:ext cx="21336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12000"/>
              </a:lnSpc>
              <a:buNone/>
              <a:defRPr sz="1275" b="0">
                <a:solidFill>
                  <a:srgbClr val="303030"/>
                </a:solidFill>
                <a:latin typeface="Noto Sans Khmer"/>
                <a:ea typeface="Noto Sans Khmer"/>
                <a:cs typeface="Noto Sans Khmer"/>
              </a:defRPr>
            </a:pPr>
            <a:r>
              <a:rPr sz="1275" b="0">
                <a:solidFill>
                  <a:srgbClr val="303030"/>
                </a:solidFill>
                <a:latin typeface="Noto Sans Khmer"/>
                <a:ea typeface="Noto Sans Khmer"/>
                <a:cs typeface="Noto Sans Khmer"/>
              </a:rPr>
              <a:t>Weekly blog, YouTube KWD Stories, 30-second quiz videos for TikTok and Facebook Reels.</a:t>
            </a:r>
          </a:p>
        </p:txBody>
      </p:sp>
      <p:sp>
        <p:nvSpPr>
          <p:cNvPr id="13" name="">
            <a:extLst xmlns:a="http://schemas.openxmlformats.org/drawingml/2006/main">
              <a:ext uri="{FF2B5EF4-FFF2-40B4-BE49-F238E27FC236}">
                <a16:creationId xmlns:a16="http://schemas.microsoft.com/office/drawing/2014/main" id="{3570533F-A11B-405C-B1FD-9DD4B2F5FF18}"/>
              </a:ext>
            </a:extLst>
          </p:cNvPr>
          <p:cNvSpPr>
            <a:spLocks xmlns:a="http://schemas.openxmlformats.org/drawingml/2006/main" noGrp="1"/>
          </p:cNvSpPr>
          <p:nvPr/>
        </p:nvSpPr>
        <p:spPr>
          <a:xfrm xmlns:a="http://schemas.openxmlformats.org/drawingml/2006/main">
            <a:off x="3600450" y="1866900"/>
            <a:ext cx="2476500" cy="25717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14" name="">
            <a:extLst xmlns:a="http://schemas.openxmlformats.org/drawingml/2006/main">
              <a:ext uri="{FF2B5EF4-FFF2-40B4-BE49-F238E27FC236}">
                <a16:creationId xmlns:a16="http://schemas.microsoft.com/office/drawing/2014/main" id="{D3DFF11D-CC4D-4080-B1EE-00CAFD71C24F}"/>
              </a:ext>
            </a:extLst>
          </p:cNvPr>
          <p:cNvSpPr>
            <a:spLocks xmlns:a="http://schemas.openxmlformats.org/drawingml/2006/main" noGrp="1"/>
          </p:cNvSpPr>
          <p:nvPr/>
        </p:nvSpPr>
        <p:spPr>
          <a:xfrm xmlns:a="http://schemas.openxmlformats.org/drawingml/2006/main">
            <a:off x="3524250" y="1790700"/>
            <a:ext cx="2476500" cy="257175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15" name="">
            <a:extLst xmlns:a="http://schemas.openxmlformats.org/drawingml/2006/main">
              <a:ext uri="{FF2B5EF4-FFF2-40B4-BE49-F238E27FC236}">
                <a16:creationId xmlns:a16="http://schemas.microsoft.com/office/drawing/2014/main" id="{173DDE0F-430E-4C25-BDC9-4E95F70483CB}"/>
              </a:ext>
            </a:extLst>
          </p:cNvPr>
          <p:cNvSpPr>
            <a:spLocks xmlns:a="http://schemas.openxmlformats.org/drawingml/2006/main" noGrp="1"/>
          </p:cNvSpPr>
          <p:nvPr/>
        </p:nvSpPr>
        <p:spPr>
          <a:xfrm xmlns:a="http://schemas.openxmlformats.org/drawingml/2006/main">
            <a:off x="3524250" y="1790700"/>
            <a:ext cx="2476500" cy="323850"/>
          </a:xfrm>
          <a:prstGeom xmlns:a="http://schemas.openxmlformats.org/drawingml/2006/main" prst="rect">
            <a:avLst/>
          </a:prstGeom>
          <a:solidFill xmlns:a="http://schemas.openxmlformats.org/drawingml/2006/main">
            <a:srgbClr val="F97316"/>
          </a:solidFill>
          <a:ln xmlns:a="http://schemas.openxmlformats.org/drawingml/2006/main" w="0">
            <a:solidFill>
              <a:srgbClr val="0B0B0B"/>
            </a:solidFill>
            <a:prstDash val="solid"/>
          </a:ln>
        </p:spPr>
      </p:sp>
      <p:sp>
        <p:nvSpPr>
          <p:cNvPr id="16" name="">
            <a:extLst xmlns:a="http://schemas.openxmlformats.org/drawingml/2006/main">
              <a:ext uri="{FF2B5EF4-FFF2-40B4-BE49-F238E27FC236}">
                <a16:creationId xmlns:a16="http://schemas.microsoft.com/office/drawing/2014/main" id="{45266F38-A6E2-4F06-8552-6B52D948D139}"/>
              </a:ext>
            </a:extLst>
          </p:cNvPr>
          <p:cNvSpPr>
            <a:spLocks xmlns:a="http://schemas.openxmlformats.org/drawingml/2006/main" noGrp="1"/>
          </p:cNvSpPr>
          <p:nvPr/>
        </p:nvSpPr>
        <p:spPr>
          <a:xfrm xmlns:a="http://schemas.openxmlformats.org/drawingml/2006/main">
            <a:off x="3657600" y="1847850"/>
            <a:ext cx="2209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lnSpc>
                <a:spcPct val="105000"/>
              </a:lnSpc>
              <a:buNone/>
              <a:defRPr sz="975" b="1">
                <a:solidFill>
                  <a:srgbClr val="0B0B0B"/>
                </a:solidFill>
                <a:latin typeface="Noto Sans Khmer"/>
                <a:ea typeface="Noto Sans Khmer"/>
                <a:cs typeface="Noto Sans Khmer"/>
              </a:defRPr>
            </a:pPr>
            <a:r>
              <a:rPr sz="975" b="1">
                <a:solidFill>
                  <a:srgbClr val="0B0B0B"/>
                </a:solidFill>
                <a:latin typeface="Noto Sans Khmer"/>
                <a:ea typeface="Noto Sans Khmer"/>
                <a:cs typeface="Noto Sans Khmer"/>
              </a:rPr>
              <a:t>EVENTS</a:t>
            </a:r>
          </a:p>
        </p:txBody>
      </p:sp>
      <p:sp>
        <p:nvSpPr>
          <p:cNvPr id="17" name="">
            <a:extLst xmlns:a="http://schemas.openxmlformats.org/drawingml/2006/main">
              <a:ext uri="{FF2B5EF4-FFF2-40B4-BE49-F238E27FC236}">
                <a16:creationId xmlns:a16="http://schemas.microsoft.com/office/drawing/2014/main" id="{602D7E6B-C93C-486C-8014-798FAC831EDE}"/>
              </a:ext>
            </a:extLst>
          </p:cNvPr>
          <p:cNvSpPr>
            <a:spLocks xmlns:a="http://schemas.openxmlformats.org/drawingml/2006/main" noGrp="1"/>
          </p:cNvSpPr>
          <p:nvPr/>
        </p:nvSpPr>
        <p:spPr>
          <a:xfrm xmlns:a="http://schemas.openxmlformats.org/drawingml/2006/main">
            <a:off x="3695700" y="2286000"/>
            <a:ext cx="21336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0000"/>
              </a:lnSpc>
              <a:buNone/>
              <a:defRPr sz="1800" b="1">
                <a:solidFill>
                  <a:srgbClr val="0B0B0B"/>
                </a:solidFill>
                <a:latin typeface="Noto Sans Khmer"/>
                <a:ea typeface="Noto Sans Khmer"/>
                <a:cs typeface="Noto Sans Khmer"/>
              </a:defRPr>
            </a:pPr>
            <a:r>
              <a:rPr sz="1800" b="1">
                <a:solidFill>
                  <a:srgbClr val="0B0B0B"/>
                </a:solidFill>
                <a:latin typeface="Noto Sans Khmer"/>
                <a:ea typeface="Noto Sans Khmer"/>
                <a:cs typeface="Noto Sans Khmer"/>
              </a:rPr>
              <a:t>School safety week</a:t>
            </a:r>
          </a:p>
        </p:txBody>
      </p:sp>
      <p:sp>
        <p:nvSpPr>
          <p:cNvPr id="18" name="">
            <a:extLst xmlns:a="http://schemas.openxmlformats.org/drawingml/2006/main">
              <a:ext uri="{FF2B5EF4-FFF2-40B4-BE49-F238E27FC236}">
                <a16:creationId xmlns:a16="http://schemas.microsoft.com/office/drawing/2014/main" id="{CCD53DE2-48D4-4FA3-B07E-3FAFD125FF30}"/>
              </a:ext>
            </a:extLst>
          </p:cNvPr>
          <p:cNvSpPr>
            <a:spLocks xmlns:a="http://schemas.openxmlformats.org/drawingml/2006/main" noGrp="1"/>
          </p:cNvSpPr>
          <p:nvPr/>
        </p:nvSpPr>
        <p:spPr>
          <a:xfrm xmlns:a="http://schemas.openxmlformats.org/drawingml/2006/main">
            <a:off x="3695700" y="3105150"/>
            <a:ext cx="21336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12000"/>
              </a:lnSpc>
              <a:buNone/>
              <a:defRPr sz="1275" b="0">
                <a:solidFill>
                  <a:srgbClr val="303030"/>
                </a:solidFill>
                <a:latin typeface="Noto Sans Khmer"/>
                <a:ea typeface="Noto Sans Khmer"/>
                <a:cs typeface="Noto Sans Khmer"/>
              </a:defRPr>
            </a:pPr>
            <a:r>
              <a:rPr sz="1275" b="0">
                <a:solidFill>
                  <a:srgbClr val="303030"/>
                </a:solidFill>
                <a:latin typeface="Noto Sans Khmer"/>
                <a:ea typeface="Noto Sans Khmer"/>
                <a:cs typeface="Noto Sans Khmer"/>
              </a:rPr>
              <a:t>Roadshow, Technovation Pitch Day, campaign goal: 300 students and 10 teachers.</a:t>
            </a:r>
          </a:p>
        </p:txBody>
      </p:sp>
      <p:sp>
        <p:nvSpPr>
          <p:cNvPr id="19" name="">
            <a:extLst xmlns:a="http://schemas.openxmlformats.org/drawingml/2006/main">
              <a:ext uri="{FF2B5EF4-FFF2-40B4-BE49-F238E27FC236}">
                <a16:creationId xmlns:a16="http://schemas.microsoft.com/office/drawing/2014/main" id="{18B34EA0-1C77-4C7D-8AE0-528826CB424F}"/>
              </a:ext>
            </a:extLst>
          </p:cNvPr>
          <p:cNvSpPr>
            <a:spLocks xmlns:a="http://schemas.openxmlformats.org/drawingml/2006/main" noGrp="1"/>
          </p:cNvSpPr>
          <p:nvPr/>
        </p:nvSpPr>
        <p:spPr>
          <a:xfrm xmlns:a="http://schemas.openxmlformats.org/drawingml/2006/main">
            <a:off x="6457950" y="1866900"/>
            <a:ext cx="2476500" cy="25717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20" name="">
            <a:extLst xmlns:a="http://schemas.openxmlformats.org/drawingml/2006/main">
              <a:ext uri="{FF2B5EF4-FFF2-40B4-BE49-F238E27FC236}">
                <a16:creationId xmlns:a16="http://schemas.microsoft.com/office/drawing/2014/main" id="{0C7E1B52-F95A-4FB2-86F6-8E7F12D143C1}"/>
              </a:ext>
            </a:extLst>
          </p:cNvPr>
          <p:cNvSpPr>
            <a:spLocks xmlns:a="http://schemas.openxmlformats.org/drawingml/2006/main" noGrp="1"/>
          </p:cNvSpPr>
          <p:nvPr/>
        </p:nvSpPr>
        <p:spPr>
          <a:xfrm xmlns:a="http://schemas.openxmlformats.org/drawingml/2006/main">
            <a:off x="6381750" y="1790700"/>
            <a:ext cx="2476500" cy="257175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21" name="">
            <a:extLst xmlns:a="http://schemas.openxmlformats.org/drawingml/2006/main">
              <a:ext uri="{FF2B5EF4-FFF2-40B4-BE49-F238E27FC236}">
                <a16:creationId xmlns:a16="http://schemas.microsoft.com/office/drawing/2014/main" id="{2EAD6672-513B-458B-B820-295925B0D6BA}"/>
              </a:ext>
            </a:extLst>
          </p:cNvPr>
          <p:cNvSpPr>
            <a:spLocks xmlns:a="http://schemas.openxmlformats.org/drawingml/2006/main" noGrp="1"/>
          </p:cNvSpPr>
          <p:nvPr/>
        </p:nvSpPr>
        <p:spPr>
          <a:xfrm xmlns:a="http://schemas.openxmlformats.org/drawingml/2006/main">
            <a:off x="6381750" y="1790700"/>
            <a:ext cx="2476500" cy="323850"/>
          </a:xfrm>
          <a:prstGeom xmlns:a="http://schemas.openxmlformats.org/drawingml/2006/main" prst="rect">
            <a:avLst/>
          </a:prstGeom>
          <a:solidFill xmlns:a="http://schemas.openxmlformats.org/drawingml/2006/main">
            <a:srgbClr val="2563EB"/>
          </a:solidFill>
          <a:ln xmlns:a="http://schemas.openxmlformats.org/drawingml/2006/main" w="0">
            <a:solidFill>
              <a:srgbClr val="0B0B0B"/>
            </a:solidFill>
            <a:prstDash val="solid"/>
          </a:ln>
        </p:spPr>
      </p:sp>
      <p:sp>
        <p:nvSpPr>
          <p:cNvPr id="22" name="">
            <a:extLst xmlns:a="http://schemas.openxmlformats.org/drawingml/2006/main">
              <a:ext uri="{FF2B5EF4-FFF2-40B4-BE49-F238E27FC236}">
                <a16:creationId xmlns:a16="http://schemas.microsoft.com/office/drawing/2014/main" id="{6892D093-48C7-4B99-A67A-D0FE5B7876D3}"/>
              </a:ext>
            </a:extLst>
          </p:cNvPr>
          <p:cNvSpPr>
            <a:spLocks xmlns:a="http://schemas.openxmlformats.org/drawingml/2006/main" noGrp="1"/>
          </p:cNvSpPr>
          <p:nvPr/>
        </p:nvSpPr>
        <p:spPr>
          <a:xfrm xmlns:a="http://schemas.openxmlformats.org/drawingml/2006/main">
            <a:off x="6515100" y="1847850"/>
            <a:ext cx="2209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lnSpc>
                <a:spcPct val="105000"/>
              </a:lnSpc>
              <a:buNone/>
              <a:defRPr sz="975" b="1">
                <a:solidFill>
                  <a:srgbClr val="0B0B0B"/>
                </a:solidFill>
                <a:latin typeface="Noto Sans Khmer"/>
                <a:ea typeface="Noto Sans Khmer"/>
                <a:cs typeface="Noto Sans Khmer"/>
              </a:defRPr>
            </a:pPr>
            <a:r>
              <a:rPr sz="975" b="1">
                <a:solidFill>
                  <a:srgbClr val="0B0B0B"/>
                </a:solidFill>
                <a:latin typeface="Noto Sans Khmer"/>
                <a:ea typeface="Noto Sans Khmer"/>
                <a:cs typeface="Noto Sans Khmer"/>
              </a:rPr>
              <a:t>PARTNERS</a:t>
            </a:r>
          </a:p>
        </p:txBody>
      </p:sp>
      <p:sp>
        <p:nvSpPr>
          <p:cNvPr id="23" name="">
            <a:extLst xmlns:a="http://schemas.openxmlformats.org/drawingml/2006/main">
              <a:ext uri="{FF2B5EF4-FFF2-40B4-BE49-F238E27FC236}">
                <a16:creationId xmlns:a16="http://schemas.microsoft.com/office/drawing/2014/main" id="{B4E545FB-D148-458B-AEA9-8973CF7C7530}"/>
              </a:ext>
            </a:extLst>
          </p:cNvPr>
          <p:cNvSpPr>
            <a:spLocks xmlns:a="http://schemas.openxmlformats.org/drawingml/2006/main" noGrp="1"/>
          </p:cNvSpPr>
          <p:nvPr/>
        </p:nvSpPr>
        <p:spPr>
          <a:xfrm xmlns:a="http://schemas.openxmlformats.org/drawingml/2006/main">
            <a:off x="6553200" y="2286000"/>
            <a:ext cx="21336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0000"/>
              </a:lnSpc>
              <a:buNone/>
              <a:defRPr sz="1800" b="1">
                <a:solidFill>
                  <a:srgbClr val="0B0B0B"/>
                </a:solidFill>
                <a:latin typeface="Noto Sans Khmer"/>
                <a:ea typeface="Noto Sans Khmer"/>
                <a:cs typeface="Noto Sans Khmer"/>
              </a:defRPr>
            </a:pPr>
            <a:r>
              <a:rPr sz="1800" b="1">
                <a:solidFill>
                  <a:srgbClr val="0B0B0B"/>
                </a:solidFill>
                <a:latin typeface="Noto Sans Khmer"/>
                <a:ea typeface="Noto Sans Khmer"/>
                <a:cs typeface="Noto Sans Khmer"/>
              </a:rPr>
              <a:t>Schools, NGOs, driving schools</a:t>
            </a:r>
          </a:p>
        </p:txBody>
      </p:sp>
      <p:sp>
        <p:nvSpPr>
          <p:cNvPr id="24" name="">
            <a:extLst xmlns:a="http://schemas.openxmlformats.org/drawingml/2006/main">
              <a:ext uri="{FF2B5EF4-FFF2-40B4-BE49-F238E27FC236}">
                <a16:creationId xmlns:a16="http://schemas.microsoft.com/office/drawing/2014/main" id="{27F6144A-201D-47B9-97B2-2F256A78E6FA}"/>
              </a:ext>
            </a:extLst>
          </p:cNvPr>
          <p:cNvSpPr>
            <a:spLocks xmlns:a="http://schemas.openxmlformats.org/drawingml/2006/main" noGrp="1"/>
          </p:cNvSpPr>
          <p:nvPr/>
        </p:nvSpPr>
        <p:spPr>
          <a:xfrm xmlns:a="http://schemas.openxmlformats.org/drawingml/2006/main">
            <a:off x="6553200" y="3105150"/>
            <a:ext cx="21336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12000"/>
              </a:lnSpc>
              <a:buNone/>
              <a:defRPr sz="1275" b="0">
                <a:solidFill>
                  <a:srgbClr val="303030"/>
                </a:solidFill>
                <a:latin typeface="Noto Sans Khmer"/>
                <a:ea typeface="Noto Sans Khmer"/>
                <a:cs typeface="Noto Sans Khmer"/>
              </a:defRPr>
            </a:pPr>
            <a:r>
              <a:rPr sz="1275" b="0">
                <a:solidFill>
                  <a:srgbClr val="303030"/>
                </a:solidFill>
                <a:latin typeface="Noto Sans Khmer"/>
                <a:ea typeface="Noto Sans Khmer"/>
                <a:cs typeface="Noto Sans Khmer"/>
              </a:rPr>
              <a:t>Give free tools and practice questions; partners provide classroom access and trust.</a:t>
            </a:r>
          </a:p>
        </p:txBody>
      </p:sp>
      <p:sp>
        <p:nvSpPr>
          <p:cNvPr id="25" name="">
            <a:extLst xmlns:a="http://schemas.openxmlformats.org/drawingml/2006/main">
              <a:ext uri="{FF2B5EF4-FFF2-40B4-BE49-F238E27FC236}">
                <a16:creationId xmlns:a16="http://schemas.microsoft.com/office/drawing/2014/main" id="{B74DCA5B-C0E9-44D3-ACA1-D164D10B16B8}"/>
              </a:ext>
            </a:extLst>
          </p:cNvPr>
          <p:cNvSpPr>
            <a:spLocks xmlns:a="http://schemas.openxmlformats.org/drawingml/2006/main" noGrp="1"/>
          </p:cNvSpPr>
          <p:nvPr/>
        </p:nvSpPr>
        <p:spPr>
          <a:xfrm xmlns:a="http://schemas.openxmlformats.org/drawingml/2006/main">
            <a:off x="9315450" y="1866900"/>
            <a:ext cx="2286000" cy="25717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26" name="">
            <a:extLst xmlns:a="http://schemas.openxmlformats.org/drawingml/2006/main">
              <a:ext uri="{FF2B5EF4-FFF2-40B4-BE49-F238E27FC236}">
                <a16:creationId xmlns:a16="http://schemas.microsoft.com/office/drawing/2014/main" id="{D5919A42-0BC8-4F8A-8D08-FC4394476E49}"/>
              </a:ext>
            </a:extLst>
          </p:cNvPr>
          <p:cNvSpPr>
            <a:spLocks xmlns:a="http://schemas.openxmlformats.org/drawingml/2006/main" noGrp="1"/>
          </p:cNvSpPr>
          <p:nvPr/>
        </p:nvSpPr>
        <p:spPr>
          <a:xfrm xmlns:a="http://schemas.openxmlformats.org/drawingml/2006/main">
            <a:off x="9239250" y="1790700"/>
            <a:ext cx="2286000" cy="257175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27" name="">
            <a:extLst xmlns:a="http://schemas.openxmlformats.org/drawingml/2006/main">
              <a:ext uri="{FF2B5EF4-FFF2-40B4-BE49-F238E27FC236}">
                <a16:creationId xmlns:a16="http://schemas.microsoft.com/office/drawing/2014/main" id="{B9FA0D2E-4247-431F-A8E6-CF43E6E7DC41}"/>
              </a:ext>
            </a:extLst>
          </p:cNvPr>
          <p:cNvSpPr>
            <a:spLocks xmlns:a="http://schemas.openxmlformats.org/drawingml/2006/main" noGrp="1"/>
          </p:cNvSpPr>
          <p:nvPr/>
        </p:nvSpPr>
        <p:spPr>
          <a:xfrm xmlns:a="http://schemas.openxmlformats.org/drawingml/2006/main">
            <a:off x="9239250" y="1790700"/>
            <a:ext cx="2286000" cy="323850"/>
          </a:xfrm>
          <a:prstGeom xmlns:a="http://schemas.openxmlformats.org/drawingml/2006/main" prst="rect">
            <a:avLst/>
          </a:prstGeom>
          <a:solidFill xmlns:a="http://schemas.openxmlformats.org/drawingml/2006/main">
            <a:srgbClr val="7C3AED"/>
          </a:solidFill>
          <a:ln xmlns:a="http://schemas.openxmlformats.org/drawingml/2006/main" w="0">
            <a:solidFill>
              <a:srgbClr val="0B0B0B"/>
            </a:solidFill>
            <a:prstDash val="solid"/>
          </a:ln>
        </p:spPr>
      </p:sp>
      <p:sp>
        <p:nvSpPr>
          <p:cNvPr id="28" name="">
            <a:extLst xmlns:a="http://schemas.openxmlformats.org/drawingml/2006/main">
              <a:ext uri="{FF2B5EF4-FFF2-40B4-BE49-F238E27FC236}">
                <a16:creationId xmlns:a16="http://schemas.microsoft.com/office/drawing/2014/main" id="{84CEA6FF-1BBC-468A-9753-41DAE08E0693}"/>
              </a:ext>
            </a:extLst>
          </p:cNvPr>
          <p:cNvSpPr>
            <a:spLocks xmlns:a="http://schemas.openxmlformats.org/drawingml/2006/main" noGrp="1"/>
          </p:cNvSpPr>
          <p:nvPr/>
        </p:nvSpPr>
        <p:spPr>
          <a:xfrm xmlns:a="http://schemas.openxmlformats.org/drawingml/2006/main">
            <a:off x="9372600" y="1847850"/>
            <a:ext cx="2019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lnSpc>
                <a:spcPct val="105000"/>
              </a:lnSpc>
              <a:buNone/>
              <a:defRPr sz="975" b="1">
                <a:solidFill>
                  <a:srgbClr val="0B0B0B"/>
                </a:solidFill>
                <a:latin typeface="Noto Sans Khmer"/>
                <a:ea typeface="Noto Sans Khmer"/>
                <a:cs typeface="Noto Sans Khmer"/>
              </a:defRPr>
            </a:pPr>
            <a:r>
              <a:rPr sz="975" b="1">
                <a:solidFill>
                  <a:srgbClr val="0B0B0B"/>
                </a:solidFill>
                <a:latin typeface="Noto Sans Khmer"/>
                <a:ea typeface="Noto Sans Khmer"/>
                <a:cs typeface="Noto Sans Khmer"/>
              </a:rPr>
              <a:t>GOVERNMENT</a:t>
            </a:r>
          </a:p>
        </p:txBody>
      </p:sp>
      <p:sp>
        <p:nvSpPr>
          <p:cNvPr id="29" name="">
            <a:extLst xmlns:a="http://schemas.openxmlformats.org/drawingml/2006/main">
              <a:ext uri="{FF2B5EF4-FFF2-40B4-BE49-F238E27FC236}">
                <a16:creationId xmlns:a16="http://schemas.microsoft.com/office/drawing/2014/main" id="{12892235-1668-47AA-9AD1-B62157134565}"/>
              </a:ext>
            </a:extLst>
          </p:cNvPr>
          <p:cNvSpPr>
            <a:spLocks xmlns:a="http://schemas.openxmlformats.org/drawingml/2006/main" noGrp="1"/>
          </p:cNvSpPr>
          <p:nvPr/>
        </p:nvSpPr>
        <p:spPr>
          <a:xfrm xmlns:a="http://schemas.openxmlformats.org/drawingml/2006/main">
            <a:off x="9410700" y="2286000"/>
            <a:ext cx="19431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0000"/>
              </a:lnSpc>
              <a:buNone/>
              <a:defRPr sz="1800" b="1">
                <a:solidFill>
                  <a:srgbClr val="0B0B0B"/>
                </a:solidFill>
                <a:latin typeface="Noto Sans Khmer"/>
                <a:ea typeface="Noto Sans Khmer"/>
                <a:cs typeface="Noto Sans Khmer"/>
              </a:defRPr>
            </a:pPr>
            <a:r>
              <a:rPr sz="1800" b="1">
                <a:solidFill>
                  <a:srgbClr val="0B0B0B"/>
                </a:solidFill>
                <a:latin typeface="Noto Sans Khmer"/>
                <a:ea typeface="Noto Sans Khmer"/>
                <a:cs typeface="Noto Sans Khmer"/>
              </a:rPr>
              <a:t>MoU pathway</a:t>
            </a:r>
          </a:p>
        </p:txBody>
      </p:sp>
      <p:sp>
        <p:nvSpPr>
          <p:cNvPr id="30" name="">
            <a:extLst xmlns:a="http://schemas.openxmlformats.org/drawingml/2006/main">
              <a:ext uri="{FF2B5EF4-FFF2-40B4-BE49-F238E27FC236}">
                <a16:creationId xmlns:a16="http://schemas.microsoft.com/office/drawing/2014/main" id="{BCB4DF0C-AE39-40C9-B49F-3C7143CE1008}"/>
              </a:ext>
            </a:extLst>
          </p:cNvPr>
          <p:cNvSpPr>
            <a:spLocks xmlns:a="http://schemas.openxmlformats.org/drawingml/2006/main" noGrp="1"/>
          </p:cNvSpPr>
          <p:nvPr/>
        </p:nvSpPr>
        <p:spPr>
          <a:xfrm xmlns:a="http://schemas.openxmlformats.org/drawingml/2006/main">
            <a:off x="9410700" y="3105150"/>
            <a:ext cx="19431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12000"/>
              </a:lnSpc>
              <a:buNone/>
              <a:defRPr sz="1275" b="0">
                <a:solidFill>
                  <a:srgbClr val="303030"/>
                </a:solidFill>
                <a:latin typeface="Noto Sans Khmer"/>
                <a:ea typeface="Noto Sans Khmer"/>
                <a:cs typeface="Noto Sans Khmer"/>
              </a:defRPr>
            </a:pPr>
            <a:r>
              <a:rPr sz="1275" b="0">
                <a:solidFill>
                  <a:srgbClr val="303030"/>
                </a:solidFill>
                <a:latin typeface="Noto Sans Khmer"/>
                <a:ea typeface="Noto Sans Khmer"/>
                <a:cs typeface="Noto Sans Khmer"/>
              </a:rPr>
              <a:t>Seek support from education and transport ministries for credibility and scale.</a:t>
            </a:r>
          </a:p>
        </p:txBody>
      </p:sp>
      <p:sp>
        <p:nvSpPr>
          <p:cNvPr id="31" name="">
            <a:extLst xmlns:a="http://schemas.openxmlformats.org/drawingml/2006/main">
              <a:ext uri="{FF2B5EF4-FFF2-40B4-BE49-F238E27FC236}">
                <a16:creationId xmlns:a16="http://schemas.microsoft.com/office/drawing/2014/main" id="{5BBB872F-B9DA-4C5A-BC84-2FEED35EAB54}"/>
              </a:ext>
            </a:extLst>
          </p:cNvPr>
          <p:cNvSpPr>
            <a:spLocks xmlns:a="http://schemas.openxmlformats.org/drawingml/2006/main" noGrp="1"/>
          </p:cNvSpPr>
          <p:nvPr/>
        </p:nvSpPr>
        <p:spPr>
          <a:xfrm xmlns:a="http://schemas.openxmlformats.org/drawingml/2006/main">
            <a:off x="1590675" y="5172075"/>
            <a:ext cx="9144000" cy="6667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32" name="">
            <a:extLst xmlns:a="http://schemas.openxmlformats.org/drawingml/2006/main">
              <a:ext uri="{FF2B5EF4-FFF2-40B4-BE49-F238E27FC236}">
                <a16:creationId xmlns:a16="http://schemas.microsoft.com/office/drawing/2014/main" id="{0F8CC500-DAEA-49E7-8C12-AFFA62DE19E3}"/>
              </a:ext>
            </a:extLst>
          </p:cNvPr>
          <p:cNvSpPr>
            <a:spLocks xmlns:a="http://schemas.openxmlformats.org/drawingml/2006/main" noGrp="1"/>
          </p:cNvSpPr>
          <p:nvPr/>
        </p:nvSpPr>
        <p:spPr>
          <a:xfrm xmlns:a="http://schemas.openxmlformats.org/drawingml/2006/main">
            <a:off x="1524000" y="5105400"/>
            <a:ext cx="9144000" cy="666750"/>
          </a:xfrm>
          <a:prstGeom xmlns:a="http://schemas.openxmlformats.org/drawingml/2006/main" prst="rect">
            <a:avLst/>
          </a:prstGeom>
          <a:solidFill xmlns:a="http://schemas.openxmlformats.org/drawingml/2006/main">
            <a:srgbClr val="EAB308"/>
          </a:solidFill>
          <a:ln xmlns:a="http://schemas.openxmlformats.org/drawingml/2006/main" w="28575">
            <a:solidFill>
              <a:srgbClr val="0B0B0B"/>
            </a:solidFill>
            <a:prstDash val="solid"/>
          </a:ln>
        </p:spPr>
      </p:sp>
      <p:sp>
        <p:nvSpPr>
          <p:cNvPr id="33" name="">
            <a:extLst xmlns:a="http://schemas.openxmlformats.org/drawingml/2006/main">
              <a:ext uri="{FF2B5EF4-FFF2-40B4-BE49-F238E27FC236}">
                <a16:creationId xmlns:a16="http://schemas.microsoft.com/office/drawing/2014/main" id="{6D9E3515-D3C4-4972-B8D9-6AC876897DCD}"/>
              </a:ext>
            </a:extLst>
          </p:cNvPr>
          <p:cNvSpPr>
            <a:spLocks xmlns:a="http://schemas.openxmlformats.org/drawingml/2006/main" noGrp="1"/>
          </p:cNvSpPr>
          <p:nvPr/>
        </p:nvSpPr>
        <p:spPr>
          <a:xfrm xmlns:a="http://schemas.openxmlformats.org/drawingml/2006/main">
            <a:off x="1809750" y="5276850"/>
            <a:ext cx="857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82540"/>
          </a:bodyPr>
          <a:lstStyle xmlns:a="http://schemas.openxmlformats.org/drawingml/2006/main"/>
          <a:p xmlns:a="http://schemas.openxmlformats.org/drawingml/2006/main">
            <a:pPr algn="ctr">
              <a:lnSpc>
                <a:spcPct val="105000"/>
              </a:lnSpc>
              <a:buNone/>
              <a:defRPr sz="1875" b="1">
                <a:solidFill>
                  <a:srgbClr val="0B0B0B"/>
                </a:solidFill>
                <a:latin typeface="Noto Sans Khmer"/>
                <a:ea typeface="Noto Sans Khmer"/>
                <a:cs typeface="Noto Sans Khmer"/>
              </a:defRPr>
            </a:pPr>
            <a:r>
              <a:rPr sz="1875" b="1">
                <a:solidFill>
                  <a:srgbClr val="0B0B0B"/>
                </a:solidFill>
                <a:latin typeface="Noto Sans Khmer"/>
                <a:ea typeface="Noto Sans Khmer"/>
                <a:cs typeface="Noto Sans Khmer"/>
              </a:rPr>
              <a:t>Referral mechanic: a teacher who introduces 2 more teachers receives 1 free month.</a:t>
            </a:r>
          </a:p>
        </p:txBody>
      </p:sp>
    </p:spTree>
    <p:extLst>
      <p:ext uri="{BB962C8B-B14F-4D97-AF65-F5344CB8AC3E}">
        <p14:creationId xmlns:p14="http://schemas.microsoft.com/office/powerpoint/2010/main" val="481706175"/>
      </p:ext>
    </p:extLst>
  </p:cSld>
</p:sld>
</file>

<file path=ppt/slides/slide9.xml><?xml version="1.0" encoding="utf-8"?>
<p:sld xmlns:p="http://schemas.openxmlformats.org/presentationml/2006/main">
  <p:cSld>
    <p:bg>
      <p:bgPr>
        <a:solidFill xmlns:a="http://schemas.openxmlformats.org/drawingml/2006/main">
          <a:srgbClr val="FFF8D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1AB7DE6-EAFE-4CA8-8307-09AF2FBE8B6D}"/>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EAB308"/>
          </a:solidFill>
          <a:ln xmlns:a="http://schemas.openxmlformats.org/drawingml/2006/main" w="0">
            <a:solidFill>
              <a:srgbClr val="0B0B0B"/>
            </a:solidFill>
            <a:prstDash val="solid"/>
          </a:ln>
        </p:spPr>
      </p:sp>
      <p:sp>
        <p:nvSpPr>
          <p:cNvPr id="2" name="">
            <a:extLst xmlns:a="http://schemas.openxmlformats.org/drawingml/2006/main">
              <a:ext uri="{FF2B5EF4-FFF2-40B4-BE49-F238E27FC236}">
                <a16:creationId xmlns:a16="http://schemas.microsoft.com/office/drawing/2014/main" id="{56A10D7A-1BF6-4CC4-A927-88A813385CA4}"/>
              </a:ext>
            </a:extLst>
          </p:cNvPr>
          <p:cNvSpPr>
            <a:spLocks xmlns:a="http://schemas.openxmlformats.org/drawingml/2006/main" noGrp="1"/>
          </p:cNvSpPr>
          <p:nvPr/>
        </p:nvSpPr>
        <p:spPr>
          <a:xfrm xmlns:a="http://schemas.openxmlformats.org/drawingml/2006/main">
            <a:off x="0" y="6686550"/>
            <a:ext cx="12192000" cy="1714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3" name="">
            <a:extLst xmlns:a="http://schemas.openxmlformats.org/drawingml/2006/main">
              <a:ext uri="{FF2B5EF4-FFF2-40B4-BE49-F238E27FC236}">
                <a16:creationId xmlns:a16="http://schemas.microsoft.com/office/drawing/2014/main" id="{4D293437-01AD-4AD4-83EC-C2ED55918DCD}"/>
              </a:ext>
            </a:extLst>
          </p:cNvPr>
          <p:cNvSpPr>
            <a:spLocks xmlns:a="http://schemas.openxmlformats.org/drawingml/2006/main" noGrp="1"/>
          </p:cNvSpPr>
          <p:nvPr/>
        </p:nvSpPr>
        <p:spPr>
          <a:xfrm xmlns:a="http://schemas.openxmlformats.org/drawingml/2006/main">
            <a:off x="514350" y="2857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5000"/>
              </a:lnSpc>
              <a:buNone/>
              <a:defRPr sz="975" b="1">
                <a:solidFill>
                  <a:srgbClr val="0B0B0B"/>
                </a:solidFill>
                <a:latin typeface="Noto Sans Khmer"/>
                <a:ea typeface="Noto Sans Khmer"/>
                <a:cs typeface="Noto Sans Khmer"/>
              </a:defRPr>
            </a:pPr>
            <a:r>
              <a:rPr sz="975" b="1">
                <a:solidFill>
                  <a:srgbClr val="0B0B0B"/>
                </a:solidFill>
                <a:latin typeface="Noto Sans Khmer"/>
                <a:ea typeface="Noto Sans Khmer"/>
                <a:cs typeface="Noto Sans Khmer"/>
              </a:rPr>
              <a:t>KWD USER ADOPTION PLAN</a:t>
            </a:r>
          </a:p>
        </p:txBody>
      </p:sp>
      <p:sp>
        <p:nvSpPr>
          <p:cNvPr id="4" name="">
            <a:extLst xmlns:a="http://schemas.openxmlformats.org/drawingml/2006/main">
              <a:ext uri="{FF2B5EF4-FFF2-40B4-BE49-F238E27FC236}">
                <a16:creationId xmlns:a16="http://schemas.microsoft.com/office/drawing/2014/main" id="{53AB55D2-356D-4FD4-8E4C-BF5065D6E817}"/>
              </a:ext>
            </a:extLst>
          </p:cNvPr>
          <p:cNvSpPr>
            <a:spLocks xmlns:a="http://schemas.openxmlformats.org/drawingml/2006/main" noGrp="1"/>
          </p:cNvSpPr>
          <p:nvPr/>
        </p:nvSpPr>
        <p:spPr>
          <a:xfrm xmlns:a="http://schemas.openxmlformats.org/drawingml/2006/main">
            <a:off x="11163300" y="266700"/>
            <a:ext cx="514350" cy="323850"/>
          </a:xfrm>
          <a:prstGeom xmlns:a="http://schemas.openxmlformats.org/drawingml/2006/main" prst="rect">
            <a:avLst/>
          </a:prstGeom>
          <a:solidFill xmlns:a="http://schemas.openxmlformats.org/drawingml/2006/main">
            <a:srgbClr val="EAB308"/>
          </a:solidFill>
          <a:ln xmlns:a="http://schemas.openxmlformats.org/drawingml/2006/main" w="28575">
            <a:solidFill>
              <a:srgbClr val="0B0B0B"/>
            </a:solid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lnSpc>
                <a:spcPct val="105000"/>
              </a:lnSpc>
              <a:buNone/>
              <a:defRPr sz="1350" b="1">
                <a:solidFill>
                  <a:srgbClr val="0B0B0B"/>
                </a:solidFill>
                <a:latin typeface="Noto Sans Khmer"/>
                <a:ea typeface="Noto Sans Khmer"/>
                <a:cs typeface="Noto Sans Khmer"/>
              </a:defRPr>
            </a:pPr>
            <a:r>
              <a:rPr sz="1350" b="1">
                <a:solidFill>
                  <a:srgbClr val="0B0B0B"/>
                </a:solidFill>
                <a:latin typeface="Noto Sans Khmer"/>
                <a:ea typeface="Noto Sans Khmer"/>
                <a:cs typeface="Noto Sans Khmer"/>
              </a:rPr>
              <a:t>09</a:t>
            </a:r>
          </a:p>
        </p:txBody>
      </p:sp>
      <p:sp>
        <p:nvSpPr>
          <p:cNvPr id="5" name="">
            <a:extLst xmlns:a="http://schemas.openxmlformats.org/drawingml/2006/main">
              <a:ext uri="{FF2B5EF4-FFF2-40B4-BE49-F238E27FC236}">
                <a16:creationId xmlns:a16="http://schemas.microsoft.com/office/drawing/2014/main" id="{9FF407BC-D217-450B-BF9E-A11163EE3266}"/>
              </a:ext>
            </a:extLst>
          </p:cNvPr>
          <p:cNvSpPr>
            <a:spLocks xmlns:a="http://schemas.openxmlformats.org/drawingml/2006/main" noGrp="1"/>
          </p:cNvSpPr>
          <p:nvPr/>
        </p:nvSpPr>
        <p:spPr>
          <a:xfrm xmlns:a="http://schemas.openxmlformats.org/drawingml/2006/main">
            <a:off x="514350" y="609600"/>
            <a:ext cx="8096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98000"/>
              </a:lnSpc>
              <a:buNone/>
              <a:defRPr sz="2850" b="1">
                <a:solidFill>
                  <a:srgbClr val="0B0B0B"/>
                </a:solidFill>
                <a:latin typeface="Noto Sans Khmer"/>
                <a:ea typeface="Noto Sans Khmer"/>
                <a:cs typeface="Noto Sans Khmer"/>
              </a:defRPr>
            </a:pPr>
            <a:r>
              <a:rPr sz="2850" b="1">
                <a:solidFill>
                  <a:srgbClr val="0B0B0B"/>
                </a:solidFill>
                <a:latin typeface="Noto Sans Khmer"/>
                <a:ea typeface="Noto Sans Khmer"/>
                <a:cs typeface="Noto Sans Khmer"/>
              </a:rPr>
              <a:t>ទីផ្សារ គូប្រកួត និង Moat</a:t>
            </a:r>
          </a:p>
        </p:txBody>
      </p:sp>
      <p:sp>
        <p:nvSpPr>
          <p:cNvPr id="6" name="">
            <a:extLst xmlns:a="http://schemas.openxmlformats.org/drawingml/2006/main">
              <a:ext uri="{FF2B5EF4-FFF2-40B4-BE49-F238E27FC236}">
                <a16:creationId xmlns:a16="http://schemas.microsoft.com/office/drawing/2014/main" id="{D2DEA738-8FA1-4B2C-A56E-502085AFE69A}"/>
              </a:ext>
            </a:extLst>
          </p:cNvPr>
          <p:cNvSpPr>
            <a:spLocks xmlns:a="http://schemas.openxmlformats.org/drawingml/2006/main" noGrp="1"/>
          </p:cNvSpPr>
          <p:nvPr/>
        </p:nvSpPr>
        <p:spPr>
          <a:xfrm xmlns:a="http://schemas.openxmlformats.org/drawingml/2006/main">
            <a:off x="552450" y="1276350"/>
            <a:ext cx="790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5000"/>
              </a:lnSpc>
              <a:buNone/>
              <a:defRPr sz="1275" b="0">
                <a:solidFill>
                  <a:srgbClr val="383838"/>
                </a:solidFill>
                <a:latin typeface="Noto Sans Khmer"/>
                <a:ea typeface="Noto Sans Khmer"/>
                <a:cs typeface="Noto Sans Khmer"/>
              </a:defRPr>
            </a:pPr>
            <a:r>
              <a:rPr sz="1275" b="0">
                <a:solidFill>
                  <a:srgbClr val="383838"/>
                </a:solidFill>
                <a:latin typeface="Noto Sans Khmer"/>
                <a:ea typeface="Noto Sans Khmer"/>
                <a:cs typeface="Noto Sans Khmer"/>
              </a:rPr>
              <a:t>KWD wins by being local, structured, social, and teacher-ready.</a:t>
            </a:r>
          </a:p>
        </p:txBody>
      </p:sp>
      <p:sp>
        <p:nvSpPr>
          <p:cNvPr id="7" name="">
            <a:extLst xmlns:a="http://schemas.openxmlformats.org/drawingml/2006/main">
              <a:ext uri="{FF2B5EF4-FFF2-40B4-BE49-F238E27FC236}">
                <a16:creationId xmlns:a16="http://schemas.microsoft.com/office/drawing/2014/main" id="{EBCB9A51-9BBE-42DE-85A2-8BA68C7061A4}"/>
              </a:ext>
            </a:extLst>
          </p:cNvPr>
          <p:cNvSpPr>
            <a:spLocks xmlns:a="http://schemas.openxmlformats.org/drawingml/2006/main" noGrp="1"/>
          </p:cNvSpPr>
          <p:nvPr/>
        </p:nvSpPr>
        <p:spPr>
          <a:xfrm xmlns:a="http://schemas.openxmlformats.org/drawingml/2006/main">
            <a:off x="723900" y="1733550"/>
            <a:ext cx="4476750" cy="60960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8" name="">
            <a:extLst xmlns:a="http://schemas.openxmlformats.org/drawingml/2006/main">
              <a:ext uri="{FF2B5EF4-FFF2-40B4-BE49-F238E27FC236}">
                <a16:creationId xmlns:a16="http://schemas.microsoft.com/office/drawing/2014/main" id="{95046655-DC01-48AC-967A-5147AEE22DE0}"/>
              </a:ext>
            </a:extLst>
          </p:cNvPr>
          <p:cNvSpPr>
            <a:spLocks xmlns:a="http://schemas.openxmlformats.org/drawingml/2006/main" noGrp="1"/>
          </p:cNvSpPr>
          <p:nvPr/>
        </p:nvSpPr>
        <p:spPr>
          <a:xfrm xmlns:a="http://schemas.openxmlformats.org/drawingml/2006/main">
            <a:off x="685800" y="1695450"/>
            <a:ext cx="4476750" cy="60960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9" name="">
            <a:extLst xmlns:a="http://schemas.openxmlformats.org/drawingml/2006/main">
              <a:ext uri="{FF2B5EF4-FFF2-40B4-BE49-F238E27FC236}">
                <a16:creationId xmlns:a16="http://schemas.microsoft.com/office/drawing/2014/main" id="{41C34F9C-6FC6-4892-938E-095F965428F4}"/>
              </a:ext>
            </a:extLst>
          </p:cNvPr>
          <p:cNvSpPr>
            <a:spLocks xmlns:a="http://schemas.openxmlformats.org/drawingml/2006/main" noGrp="1"/>
          </p:cNvSpPr>
          <p:nvPr/>
        </p:nvSpPr>
        <p:spPr>
          <a:xfrm xmlns:a="http://schemas.openxmlformats.org/drawingml/2006/main">
            <a:off x="876300" y="18097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97002"/>
          </a:bodyPr>
          <a:lstStyle xmlns:a="http://schemas.openxmlformats.org/drawingml/2006/main"/>
          <a:p xmlns:a="http://schemas.openxmlformats.org/drawingml/2006/main">
            <a:pPr algn="l">
              <a:lnSpc>
                <a:spcPct val="105000"/>
              </a:lnSpc>
              <a:buNone/>
              <a:defRPr sz="1350" b="1">
                <a:solidFill>
                  <a:srgbClr val="0B0B0B"/>
                </a:solidFill>
                <a:latin typeface="Noto Sans Khmer"/>
                <a:ea typeface="Noto Sans Khmer"/>
                <a:cs typeface="Noto Sans Khmer"/>
              </a:defRPr>
            </a:pPr>
            <a:r>
              <a:rPr sz="1350" b="1">
                <a:solidFill>
                  <a:srgbClr val="0B0B0B"/>
                </a:solidFill>
                <a:latin typeface="Noto Sans Khmer"/>
                <a:ea typeface="Noto Sans Khmer"/>
                <a:cs typeface="Noto Sans Khmer"/>
              </a:rPr>
              <a:t>Books/PDF</a:t>
            </a:r>
          </a:p>
        </p:txBody>
      </p:sp>
      <p:sp>
        <p:nvSpPr>
          <p:cNvPr id="10" name="">
            <a:extLst xmlns:a="http://schemas.openxmlformats.org/drawingml/2006/main">
              <a:ext uri="{FF2B5EF4-FFF2-40B4-BE49-F238E27FC236}">
                <a16:creationId xmlns:a16="http://schemas.microsoft.com/office/drawing/2014/main" id="{3A09A799-208F-49E9-BA6C-847EB7C75C78}"/>
              </a:ext>
            </a:extLst>
          </p:cNvPr>
          <p:cNvSpPr>
            <a:spLocks xmlns:a="http://schemas.openxmlformats.org/drawingml/2006/main" noGrp="1"/>
          </p:cNvSpPr>
          <p:nvPr/>
        </p:nvSpPr>
        <p:spPr>
          <a:xfrm xmlns:a="http://schemas.openxmlformats.org/drawingml/2006/main">
            <a:off x="2400300" y="18097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80459"/>
          </a:bodyPr>
          <a:lstStyle xmlns:a="http://schemas.openxmlformats.org/drawingml/2006/main"/>
          <a:p xmlns:a="http://schemas.openxmlformats.org/drawingml/2006/main">
            <a:pPr algn="l">
              <a:lnSpc>
                <a:spcPct val="105000"/>
              </a:lnSpc>
              <a:buNone/>
              <a:defRPr sz="1200" b="0">
                <a:solidFill>
                  <a:srgbClr val="303030"/>
                </a:solidFill>
                <a:latin typeface="Noto Sans Khmer"/>
                <a:ea typeface="Noto Sans Khmer"/>
                <a:cs typeface="Noto Sans Khmer"/>
              </a:defRPr>
            </a:pPr>
            <a:r>
              <a:rPr sz="1200" b="0">
                <a:solidFill>
                  <a:srgbClr val="303030"/>
                </a:solidFill>
                <a:latin typeface="Noto Sans Khmer"/>
                <a:ea typeface="Noto Sans Khmer"/>
                <a:cs typeface="Noto Sans Khmer"/>
              </a:rPr>
              <a:t>No practice, feedback, or progress tracking</a:t>
            </a:r>
          </a:p>
        </p:txBody>
      </p:sp>
      <p:sp>
        <p:nvSpPr>
          <p:cNvPr id="11" name="">
            <a:extLst xmlns:a="http://schemas.openxmlformats.org/drawingml/2006/main">
              <a:ext uri="{FF2B5EF4-FFF2-40B4-BE49-F238E27FC236}">
                <a16:creationId xmlns:a16="http://schemas.microsoft.com/office/drawing/2014/main" id="{BF2F0211-3407-4A31-87B6-AE84E653DFDF}"/>
              </a:ext>
            </a:extLst>
          </p:cNvPr>
          <p:cNvSpPr>
            <a:spLocks xmlns:a="http://schemas.openxmlformats.org/drawingml/2006/main" noGrp="1"/>
          </p:cNvSpPr>
          <p:nvPr/>
        </p:nvSpPr>
        <p:spPr>
          <a:xfrm xmlns:a="http://schemas.openxmlformats.org/drawingml/2006/main">
            <a:off x="723900" y="2571750"/>
            <a:ext cx="4476750" cy="60960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12" name="">
            <a:extLst xmlns:a="http://schemas.openxmlformats.org/drawingml/2006/main">
              <a:ext uri="{FF2B5EF4-FFF2-40B4-BE49-F238E27FC236}">
                <a16:creationId xmlns:a16="http://schemas.microsoft.com/office/drawing/2014/main" id="{3C5B0C5D-88A9-4E2F-BD59-D762F52F38B5}"/>
              </a:ext>
            </a:extLst>
          </p:cNvPr>
          <p:cNvSpPr>
            <a:spLocks xmlns:a="http://schemas.openxmlformats.org/drawingml/2006/main" noGrp="1"/>
          </p:cNvSpPr>
          <p:nvPr/>
        </p:nvSpPr>
        <p:spPr>
          <a:xfrm xmlns:a="http://schemas.openxmlformats.org/drawingml/2006/main">
            <a:off x="685800" y="2533650"/>
            <a:ext cx="4476750" cy="60960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13" name="">
            <a:extLst xmlns:a="http://schemas.openxmlformats.org/drawingml/2006/main">
              <a:ext uri="{FF2B5EF4-FFF2-40B4-BE49-F238E27FC236}">
                <a16:creationId xmlns:a16="http://schemas.microsoft.com/office/drawing/2014/main" id="{54C23A65-5B65-4E96-A154-3513A7328975}"/>
              </a:ext>
            </a:extLst>
          </p:cNvPr>
          <p:cNvSpPr>
            <a:spLocks xmlns:a="http://schemas.openxmlformats.org/drawingml/2006/main" noGrp="1"/>
          </p:cNvSpPr>
          <p:nvPr/>
        </p:nvSpPr>
        <p:spPr>
          <a:xfrm xmlns:a="http://schemas.openxmlformats.org/drawingml/2006/main">
            <a:off x="876300" y="26479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97002"/>
          </a:bodyPr>
          <a:lstStyle xmlns:a="http://schemas.openxmlformats.org/drawingml/2006/main"/>
          <a:p xmlns:a="http://schemas.openxmlformats.org/drawingml/2006/main">
            <a:pPr algn="l">
              <a:lnSpc>
                <a:spcPct val="105000"/>
              </a:lnSpc>
              <a:buNone/>
              <a:defRPr sz="1350" b="1">
                <a:solidFill>
                  <a:srgbClr val="0B0B0B"/>
                </a:solidFill>
                <a:latin typeface="Noto Sans Khmer"/>
                <a:ea typeface="Noto Sans Khmer"/>
                <a:cs typeface="Noto Sans Khmer"/>
              </a:defRPr>
            </a:pPr>
            <a:r>
              <a:rPr sz="1350" b="1">
                <a:solidFill>
                  <a:srgbClr val="0B0B0B"/>
                </a:solidFill>
                <a:latin typeface="Noto Sans Khmer"/>
                <a:ea typeface="Noto Sans Khmer"/>
                <a:cs typeface="Noto Sans Khmer"/>
              </a:rPr>
              <a:t>Foreign apps</a:t>
            </a:r>
          </a:p>
        </p:txBody>
      </p:sp>
      <p:sp>
        <p:nvSpPr>
          <p:cNvPr id="14" name="">
            <a:extLst xmlns:a="http://schemas.openxmlformats.org/drawingml/2006/main">
              <a:ext uri="{FF2B5EF4-FFF2-40B4-BE49-F238E27FC236}">
                <a16:creationId xmlns:a16="http://schemas.microsoft.com/office/drawing/2014/main" id="{1D05FB85-8DB8-49A1-B833-5510A788617C}"/>
              </a:ext>
            </a:extLst>
          </p:cNvPr>
          <p:cNvSpPr>
            <a:spLocks xmlns:a="http://schemas.openxmlformats.org/drawingml/2006/main" noGrp="1"/>
          </p:cNvSpPr>
          <p:nvPr/>
        </p:nvSpPr>
        <p:spPr>
          <a:xfrm xmlns:a="http://schemas.openxmlformats.org/drawingml/2006/main">
            <a:off x="2400300" y="26479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81059"/>
          </a:bodyPr>
          <a:lstStyle xmlns:a="http://schemas.openxmlformats.org/drawingml/2006/main"/>
          <a:p xmlns:a="http://schemas.openxmlformats.org/drawingml/2006/main">
            <a:pPr algn="l">
              <a:lnSpc>
                <a:spcPct val="105000"/>
              </a:lnSpc>
              <a:buNone/>
              <a:defRPr sz="1200" b="0">
                <a:solidFill>
                  <a:srgbClr val="303030"/>
                </a:solidFill>
                <a:latin typeface="Noto Sans Khmer"/>
                <a:ea typeface="Noto Sans Khmer"/>
                <a:cs typeface="Noto Sans Khmer"/>
              </a:defRPr>
            </a:pPr>
            <a:r>
              <a:rPr sz="1200" b="0">
                <a:solidFill>
                  <a:srgbClr val="303030"/>
                </a:solidFill>
                <a:latin typeface="Noto Sans Khmer"/>
                <a:ea typeface="Noto Sans Khmer"/>
                <a:cs typeface="Noto Sans Khmer"/>
              </a:rPr>
              <a:t>Not Cambodia-specific and weak Khmer fit</a:t>
            </a:r>
          </a:p>
        </p:txBody>
      </p:sp>
      <p:sp>
        <p:nvSpPr>
          <p:cNvPr id="15" name="">
            <a:extLst xmlns:a="http://schemas.openxmlformats.org/drawingml/2006/main">
              <a:ext uri="{FF2B5EF4-FFF2-40B4-BE49-F238E27FC236}">
                <a16:creationId xmlns:a16="http://schemas.microsoft.com/office/drawing/2014/main" id="{C67577A6-E9A4-4484-87C7-D382827EA3BD}"/>
              </a:ext>
            </a:extLst>
          </p:cNvPr>
          <p:cNvSpPr>
            <a:spLocks xmlns:a="http://schemas.openxmlformats.org/drawingml/2006/main" noGrp="1"/>
          </p:cNvSpPr>
          <p:nvPr/>
        </p:nvSpPr>
        <p:spPr>
          <a:xfrm xmlns:a="http://schemas.openxmlformats.org/drawingml/2006/main">
            <a:off x="723900" y="3409950"/>
            <a:ext cx="4476750" cy="60960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16" name="">
            <a:extLst xmlns:a="http://schemas.openxmlformats.org/drawingml/2006/main">
              <a:ext uri="{FF2B5EF4-FFF2-40B4-BE49-F238E27FC236}">
                <a16:creationId xmlns:a16="http://schemas.microsoft.com/office/drawing/2014/main" id="{8C1049F0-0B9A-48EF-9F5A-DB544D6820BA}"/>
              </a:ext>
            </a:extLst>
          </p:cNvPr>
          <p:cNvSpPr>
            <a:spLocks xmlns:a="http://schemas.openxmlformats.org/drawingml/2006/main" noGrp="1"/>
          </p:cNvSpPr>
          <p:nvPr/>
        </p:nvSpPr>
        <p:spPr>
          <a:xfrm xmlns:a="http://schemas.openxmlformats.org/drawingml/2006/main">
            <a:off x="685800" y="3371850"/>
            <a:ext cx="4476750" cy="60960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17" name="">
            <a:extLst xmlns:a="http://schemas.openxmlformats.org/drawingml/2006/main">
              <a:ext uri="{FF2B5EF4-FFF2-40B4-BE49-F238E27FC236}">
                <a16:creationId xmlns:a16="http://schemas.microsoft.com/office/drawing/2014/main" id="{7E44D2A2-C487-4D26-AEF2-9B43895DB3A8}"/>
              </a:ext>
            </a:extLst>
          </p:cNvPr>
          <p:cNvSpPr>
            <a:spLocks xmlns:a="http://schemas.openxmlformats.org/drawingml/2006/main" noGrp="1"/>
          </p:cNvSpPr>
          <p:nvPr/>
        </p:nvSpPr>
        <p:spPr>
          <a:xfrm xmlns:a="http://schemas.openxmlformats.org/drawingml/2006/main">
            <a:off x="876300" y="34861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97002"/>
          </a:bodyPr>
          <a:lstStyle xmlns:a="http://schemas.openxmlformats.org/drawingml/2006/main"/>
          <a:p xmlns:a="http://schemas.openxmlformats.org/drawingml/2006/main">
            <a:pPr algn="l">
              <a:lnSpc>
                <a:spcPct val="105000"/>
              </a:lnSpc>
              <a:buNone/>
              <a:defRPr sz="1350" b="1">
                <a:solidFill>
                  <a:srgbClr val="0B0B0B"/>
                </a:solidFill>
                <a:latin typeface="Noto Sans Khmer"/>
                <a:ea typeface="Noto Sans Khmer"/>
                <a:cs typeface="Noto Sans Khmer"/>
              </a:defRPr>
            </a:pPr>
            <a:r>
              <a:rPr sz="1350" b="1">
                <a:solidFill>
                  <a:srgbClr val="0B0B0B"/>
                </a:solidFill>
                <a:latin typeface="Noto Sans Khmer"/>
                <a:ea typeface="Noto Sans Khmer"/>
                <a:cs typeface="Noto Sans Khmer"/>
              </a:rPr>
              <a:t>Driving classes</a:t>
            </a:r>
          </a:p>
        </p:txBody>
      </p:sp>
      <p:sp>
        <p:nvSpPr>
          <p:cNvPr id="18" name="">
            <a:extLst xmlns:a="http://schemas.openxmlformats.org/drawingml/2006/main">
              <a:ext uri="{FF2B5EF4-FFF2-40B4-BE49-F238E27FC236}">
                <a16:creationId xmlns:a16="http://schemas.microsoft.com/office/drawing/2014/main" id="{CE9EBCFA-2B49-4522-9BCF-08A937AFCBB4}"/>
              </a:ext>
            </a:extLst>
          </p:cNvPr>
          <p:cNvSpPr>
            <a:spLocks xmlns:a="http://schemas.openxmlformats.org/drawingml/2006/main" noGrp="1"/>
          </p:cNvSpPr>
          <p:nvPr/>
        </p:nvSpPr>
        <p:spPr>
          <a:xfrm xmlns:a="http://schemas.openxmlformats.org/drawingml/2006/main">
            <a:off x="2400300" y="34861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71584"/>
          </a:bodyPr>
          <a:lstStyle xmlns:a="http://schemas.openxmlformats.org/drawingml/2006/main"/>
          <a:p xmlns:a="http://schemas.openxmlformats.org/drawingml/2006/main">
            <a:pPr algn="l">
              <a:lnSpc>
                <a:spcPct val="105000"/>
              </a:lnSpc>
              <a:buNone/>
              <a:defRPr sz="1200" b="0">
                <a:solidFill>
                  <a:srgbClr val="303030"/>
                </a:solidFill>
                <a:latin typeface="Noto Sans Khmer"/>
                <a:ea typeface="Noto Sans Khmer"/>
                <a:cs typeface="Noto Sans Khmer"/>
              </a:defRPr>
            </a:pPr>
            <a:r>
              <a:rPr sz="1200" b="0">
                <a:solidFill>
                  <a:srgbClr val="303030"/>
                </a:solidFill>
                <a:latin typeface="Noto Sans Khmer"/>
                <a:ea typeface="Noto Sans Khmer"/>
                <a:cs typeface="Noto Sans Khmer"/>
              </a:rPr>
              <a:t>Higher cost, fixed place/time, low digital tracking</a:t>
            </a:r>
          </a:p>
        </p:txBody>
      </p:sp>
      <p:sp>
        <p:nvSpPr>
          <p:cNvPr id="19" name="">
            <a:extLst xmlns:a="http://schemas.openxmlformats.org/drawingml/2006/main">
              <a:ext uri="{FF2B5EF4-FFF2-40B4-BE49-F238E27FC236}">
                <a16:creationId xmlns:a16="http://schemas.microsoft.com/office/drawing/2014/main" id="{07BDF27C-3A0A-4E00-922F-23F250A5F97E}"/>
              </a:ext>
            </a:extLst>
          </p:cNvPr>
          <p:cNvSpPr>
            <a:spLocks xmlns:a="http://schemas.openxmlformats.org/drawingml/2006/main" noGrp="1"/>
          </p:cNvSpPr>
          <p:nvPr/>
        </p:nvSpPr>
        <p:spPr>
          <a:xfrm xmlns:a="http://schemas.openxmlformats.org/drawingml/2006/main">
            <a:off x="723900" y="4248150"/>
            <a:ext cx="4476750" cy="60960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20" name="">
            <a:extLst xmlns:a="http://schemas.openxmlformats.org/drawingml/2006/main">
              <a:ext uri="{FF2B5EF4-FFF2-40B4-BE49-F238E27FC236}">
                <a16:creationId xmlns:a16="http://schemas.microsoft.com/office/drawing/2014/main" id="{5A5C2141-7203-499A-B626-8C45F6199A02}"/>
              </a:ext>
            </a:extLst>
          </p:cNvPr>
          <p:cNvSpPr>
            <a:spLocks xmlns:a="http://schemas.openxmlformats.org/drawingml/2006/main" noGrp="1"/>
          </p:cNvSpPr>
          <p:nvPr/>
        </p:nvSpPr>
        <p:spPr>
          <a:xfrm xmlns:a="http://schemas.openxmlformats.org/drawingml/2006/main">
            <a:off x="685800" y="4210050"/>
            <a:ext cx="4476750" cy="60960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21" name="">
            <a:extLst xmlns:a="http://schemas.openxmlformats.org/drawingml/2006/main">
              <a:ext uri="{FF2B5EF4-FFF2-40B4-BE49-F238E27FC236}">
                <a16:creationId xmlns:a16="http://schemas.microsoft.com/office/drawing/2014/main" id="{646CCFCE-F8C8-44FD-BA60-7DC20DF955CC}"/>
              </a:ext>
            </a:extLst>
          </p:cNvPr>
          <p:cNvSpPr>
            <a:spLocks xmlns:a="http://schemas.openxmlformats.org/drawingml/2006/main" noGrp="1"/>
          </p:cNvSpPr>
          <p:nvPr/>
        </p:nvSpPr>
        <p:spPr>
          <a:xfrm xmlns:a="http://schemas.openxmlformats.org/drawingml/2006/main">
            <a:off x="876300" y="43243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97002"/>
          </a:bodyPr>
          <a:lstStyle xmlns:a="http://schemas.openxmlformats.org/drawingml/2006/main"/>
          <a:p xmlns:a="http://schemas.openxmlformats.org/drawingml/2006/main">
            <a:pPr algn="l">
              <a:lnSpc>
                <a:spcPct val="105000"/>
              </a:lnSpc>
              <a:buNone/>
              <a:defRPr sz="1350" b="1">
                <a:solidFill>
                  <a:srgbClr val="0B0B0B"/>
                </a:solidFill>
                <a:latin typeface="Noto Sans Khmer"/>
                <a:ea typeface="Noto Sans Khmer"/>
                <a:cs typeface="Noto Sans Khmer"/>
              </a:defRPr>
            </a:pPr>
            <a:r>
              <a:rPr sz="1350" b="1">
                <a:solidFill>
                  <a:srgbClr val="0B0B0B"/>
                </a:solidFill>
                <a:latin typeface="Noto Sans Khmer"/>
                <a:ea typeface="Noto Sans Khmer"/>
                <a:cs typeface="Noto Sans Khmer"/>
              </a:rPr>
              <a:t>Free videos</a:t>
            </a:r>
          </a:p>
        </p:txBody>
      </p:sp>
      <p:sp>
        <p:nvSpPr>
          <p:cNvPr id="22" name="">
            <a:extLst xmlns:a="http://schemas.openxmlformats.org/drawingml/2006/main">
              <a:ext uri="{FF2B5EF4-FFF2-40B4-BE49-F238E27FC236}">
                <a16:creationId xmlns:a16="http://schemas.microsoft.com/office/drawing/2014/main" id="{3B5674F6-B2C4-4E61-A7E1-DC372BEC3AF5}"/>
              </a:ext>
            </a:extLst>
          </p:cNvPr>
          <p:cNvSpPr>
            <a:spLocks xmlns:a="http://schemas.openxmlformats.org/drawingml/2006/main" noGrp="1"/>
          </p:cNvSpPr>
          <p:nvPr/>
        </p:nvSpPr>
        <p:spPr>
          <a:xfrm xmlns:a="http://schemas.openxmlformats.org/drawingml/2006/main">
            <a:off x="2400300" y="43243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5000"/>
              </a:lnSpc>
              <a:buNone/>
              <a:defRPr sz="1200" b="0">
                <a:solidFill>
                  <a:srgbClr val="303030"/>
                </a:solidFill>
                <a:latin typeface="Noto Sans Khmer"/>
                <a:ea typeface="Noto Sans Khmer"/>
                <a:cs typeface="Noto Sans Khmer"/>
              </a:defRPr>
            </a:pPr>
            <a:r>
              <a:rPr sz="1200" b="0">
                <a:solidFill>
                  <a:srgbClr val="303030"/>
                </a:solidFill>
                <a:latin typeface="Noto Sans Khmer"/>
                <a:ea typeface="Noto Sans Khmer"/>
                <a:cs typeface="Noto Sans Khmer"/>
              </a:rPr>
              <a:t>Unstructured and hard to measure</a:t>
            </a:r>
          </a:p>
        </p:txBody>
      </p:sp>
      <p:sp>
        <p:nvSpPr>
          <p:cNvPr id="23" name="">
            <a:extLst xmlns:a="http://schemas.openxmlformats.org/drawingml/2006/main">
              <a:ext uri="{FF2B5EF4-FFF2-40B4-BE49-F238E27FC236}">
                <a16:creationId xmlns:a16="http://schemas.microsoft.com/office/drawing/2014/main" id="{F42DC2A8-3442-4094-9E90-FCDD053D6752}"/>
              </a:ext>
            </a:extLst>
          </p:cNvPr>
          <p:cNvSpPr>
            <a:spLocks xmlns:a="http://schemas.openxmlformats.org/drawingml/2006/main" noGrp="1"/>
          </p:cNvSpPr>
          <p:nvPr/>
        </p:nvSpPr>
        <p:spPr>
          <a:xfrm xmlns:a="http://schemas.openxmlformats.org/drawingml/2006/main">
            <a:off x="5981700" y="1790700"/>
            <a:ext cx="2381250" cy="152400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24" name="">
            <a:extLst xmlns:a="http://schemas.openxmlformats.org/drawingml/2006/main">
              <a:ext uri="{FF2B5EF4-FFF2-40B4-BE49-F238E27FC236}">
                <a16:creationId xmlns:a16="http://schemas.microsoft.com/office/drawing/2014/main" id="{CEC72CE2-0855-4BA2-83E9-66892DF6D3C8}"/>
              </a:ext>
            </a:extLst>
          </p:cNvPr>
          <p:cNvSpPr>
            <a:spLocks xmlns:a="http://schemas.openxmlformats.org/drawingml/2006/main" noGrp="1"/>
          </p:cNvSpPr>
          <p:nvPr/>
        </p:nvSpPr>
        <p:spPr>
          <a:xfrm xmlns:a="http://schemas.openxmlformats.org/drawingml/2006/main">
            <a:off x="5905500" y="1714500"/>
            <a:ext cx="2381250" cy="152400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25" name="">
            <a:extLst xmlns:a="http://schemas.openxmlformats.org/drawingml/2006/main">
              <a:ext uri="{FF2B5EF4-FFF2-40B4-BE49-F238E27FC236}">
                <a16:creationId xmlns:a16="http://schemas.microsoft.com/office/drawing/2014/main" id="{A737032E-C73F-4BFD-8C8A-919EA383534E}"/>
              </a:ext>
            </a:extLst>
          </p:cNvPr>
          <p:cNvSpPr>
            <a:spLocks xmlns:a="http://schemas.openxmlformats.org/drawingml/2006/main" noGrp="1"/>
          </p:cNvSpPr>
          <p:nvPr/>
        </p:nvSpPr>
        <p:spPr>
          <a:xfrm xmlns:a="http://schemas.openxmlformats.org/drawingml/2006/main">
            <a:off x="5905500" y="1714500"/>
            <a:ext cx="2381250" cy="323850"/>
          </a:xfrm>
          <a:prstGeom xmlns:a="http://schemas.openxmlformats.org/drawingml/2006/main" prst="rect">
            <a:avLst/>
          </a:prstGeom>
          <a:solidFill xmlns:a="http://schemas.openxmlformats.org/drawingml/2006/main">
            <a:srgbClr val="EAB308"/>
          </a:solidFill>
          <a:ln xmlns:a="http://schemas.openxmlformats.org/drawingml/2006/main" w="0">
            <a:solidFill>
              <a:srgbClr val="0B0B0B"/>
            </a:solidFill>
            <a:prstDash val="solid"/>
          </a:ln>
        </p:spPr>
      </p:sp>
      <p:sp>
        <p:nvSpPr>
          <p:cNvPr id="26" name="">
            <a:extLst xmlns:a="http://schemas.openxmlformats.org/drawingml/2006/main">
              <a:ext uri="{FF2B5EF4-FFF2-40B4-BE49-F238E27FC236}">
                <a16:creationId xmlns:a16="http://schemas.microsoft.com/office/drawing/2014/main" id="{2BA95599-7DD8-483F-A6EF-4760DBD16A36}"/>
              </a:ext>
            </a:extLst>
          </p:cNvPr>
          <p:cNvSpPr>
            <a:spLocks xmlns:a="http://schemas.openxmlformats.org/drawingml/2006/main" noGrp="1"/>
          </p:cNvSpPr>
          <p:nvPr/>
        </p:nvSpPr>
        <p:spPr>
          <a:xfrm xmlns:a="http://schemas.openxmlformats.org/drawingml/2006/main">
            <a:off x="6038850" y="1771650"/>
            <a:ext cx="2114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lnSpc>
                <a:spcPct val="105000"/>
              </a:lnSpc>
              <a:buNone/>
              <a:defRPr sz="975" b="1">
                <a:solidFill>
                  <a:srgbClr val="0B0B0B"/>
                </a:solidFill>
                <a:latin typeface="Noto Sans Khmer"/>
                <a:ea typeface="Noto Sans Khmer"/>
                <a:cs typeface="Noto Sans Khmer"/>
              </a:defRPr>
            </a:pPr>
            <a:r>
              <a:rPr sz="975" b="1">
                <a:solidFill>
                  <a:srgbClr val="0B0B0B"/>
                </a:solidFill>
                <a:latin typeface="Noto Sans Khmer"/>
                <a:ea typeface="Noto Sans Khmer"/>
                <a:cs typeface="Noto Sans Khmer"/>
              </a:rPr>
              <a:t>CONTENT</a:t>
            </a:r>
          </a:p>
        </p:txBody>
      </p:sp>
      <p:sp>
        <p:nvSpPr>
          <p:cNvPr id="27" name="">
            <a:extLst xmlns:a="http://schemas.openxmlformats.org/drawingml/2006/main">
              <a:ext uri="{FF2B5EF4-FFF2-40B4-BE49-F238E27FC236}">
                <a16:creationId xmlns:a16="http://schemas.microsoft.com/office/drawing/2014/main" id="{9CC3DE82-49EF-4C9C-96B1-003FF8EA9AFA}"/>
              </a:ext>
            </a:extLst>
          </p:cNvPr>
          <p:cNvSpPr>
            <a:spLocks xmlns:a="http://schemas.openxmlformats.org/drawingml/2006/main" noGrp="1"/>
          </p:cNvSpPr>
          <p:nvPr/>
        </p:nvSpPr>
        <p:spPr>
          <a:xfrm xmlns:a="http://schemas.openxmlformats.org/drawingml/2006/main">
            <a:off x="6076950" y="2209800"/>
            <a:ext cx="2038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0000"/>
              </a:lnSpc>
              <a:buNone/>
              <a:defRPr sz="1800" b="1">
                <a:solidFill>
                  <a:srgbClr val="0B0B0B"/>
                </a:solidFill>
                <a:latin typeface="Noto Sans Khmer"/>
                <a:ea typeface="Noto Sans Khmer"/>
                <a:cs typeface="Noto Sans Khmer"/>
              </a:defRPr>
            </a:pPr>
            <a:r>
              <a:rPr sz="1800" b="1">
                <a:solidFill>
                  <a:srgbClr val="0B0B0B"/>
                </a:solidFill>
                <a:latin typeface="Noto Sans Khmer"/>
                <a:ea typeface="Noto Sans Khmer"/>
                <a:cs typeface="Noto Sans Khmer"/>
              </a:rPr>
              <a:t>Content moat</a:t>
            </a:r>
          </a:p>
        </p:txBody>
      </p:sp>
      <p:sp>
        <p:nvSpPr>
          <p:cNvPr id="28" name="">
            <a:extLst xmlns:a="http://schemas.openxmlformats.org/drawingml/2006/main">
              <a:ext uri="{FF2B5EF4-FFF2-40B4-BE49-F238E27FC236}">
                <a16:creationId xmlns:a16="http://schemas.microsoft.com/office/drawing/2014/main" id="{65AE14D4-9928-486A-AAEB-BB6C516FE425}"/>
              </a:ext>
            </a:extLst>
          </p:cNvPr>
          <p:cNvSpPr>
            <a:spLocks xmlns:a="http://schemas.openxmlformats.org/drawingml/2006/main" noGrp="1"/>
          </p:cNvSpPr>
          <p:nvPr/>
        </p:nvSpPr>
        <p:spPr>
          <a:xfrm xmlns:a="http://schemas.openxmlformats.org/drawingml/2006/main">
            <a:off x="6076950" y="2743200"/>
            <a:ext cx="2038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89025"/>
          </a:bodyPr>
          <a:lstStyle xmlns:a="http://schemas.openxmlformats.org/drawingml/2006/main"/>
          <a:p xmlns:a="http://schemas.openxmlformats.org/drawingml/2006/main">
            <a:pPr algn="l">
              <a:lnSpc>
                <a:spcPct val="112000"/>
              </a:lnSpc>
              <a:buNone/>
              <a:defRPr sz="1050" b="0">
                <a:solidFill>
                  <a:srgbClr val="303030"/>
                </a:solidFill>
                <a:latin typeface="Noto Sans Khmer"/>
                <a:ea typeface="Noto Sans Khmer"/>
                <a:cs typeface="Noto Sans Khmer"/>
              </a:defRPr>
            </a:pPr>
            <a:r>
              <a:rPr sz="1050" b="0">
                <a:solidFill>
                  <a:srgbClr val="303030"/>
                </a:solidFill>
                <a:latin typeface="Noto Sans Khmer"/>
                <a:ea typeface="Noto Sans Khmer"/>
                <a:cs typeface="Noto Sans Khmer"/>
              </a:rPr>
              <a:t>3,300+ questions and 8 lesson areas</a:t>
            </a:r>
          </a:p>
        </p:txBody>
      </p:sp>
      <p:sp>
        <p:nvSpPr>
          <p:cNvPr id="29" name="">
            <a:extLst xmlns:a="http://schemas.openxmlformats.org/drawingml/2006/main">
              <a:ext uri="{FF2B5EF4-FFF2-40B4-BE49-F238E27FC236}">
                <a16:creationId xmlns:a16="http://schemas.microsoft.com/office/drawing/2014/main" id="{B7732851-27ED-4CCE-B14A-C0120F1E73B4}"/>
              </a:ext>
            </a:extLst>
          </p:cNvPr>
          <p:cNvSpPr>
            <a:spLocks xmlns:a="http://schemas.openxmlformats.org/drawingml/2006/main" noGrp="1"/>
          </p:cNvSpPr>
          <p:nvPr/>
        </p:nvSpPr>
        <p:spPr>
          <a:xfrm xmlns:a="http://schemas.openxmlformats.org/drawingml/2006/main">
            <a:off x="8743950" y="1790700"/>
            <a:ext cx="2381250" cy="152400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30" name="">
            <a:extLst xmlns:a="http://schemas.openxmlformats.org/drawingml/2006/main">
              <a:ext uri="{FF2B5EF4-FFF2-40B4-BE49-F238E27FC236}">
                <a16:creationId xmlns:a16="http://schemas.microsoft.com/office/drawing/2014/main" id="{CC417C63-B7F9-496C-94C4-7F226B1F605C}"/>
              </a:ext>
            </a:extLst>
          </p:cNvPr>
          <p:cNvSpPr>
            <a:spLocks xmlns:a="http://schemas.openxmlformats.org/drawingml/2006/main" noGrp="1"/>
          </p:cNvSpPr>
          <p:nvPr/>
        </p:nvSpPr>
        <p:spPr>
          <a:xfrm xmlns:a="http://schemas.openxmlformats.org/drawingml/2006/main">
            <a:off x="8667750" y="1714500"/>
            <a:ext cx="2381250" cy="152400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31" name="">
            <a:extLst xmlns:a="http://schemas.openxmlformats.org/drawingml/2006/main">
              <a:ext uri="{FF2B5EF4-FFF2-40B4-BE49-F238E27FC236}">
                <a16:creationId xmlns:a16="http://schemas.microsoft.com/office/drawing/2014/main" id="{5A3C769A-8849-4812-9FE3-AE6D97BCF2F0}"/>
              </a:ext>
            </a:extLst>
          </p:cNvPr>
          <p:cNvSpPr>
            <a:spLocks xmlns:a="http://schemas.openxmlformats.org/drawingml/2006/main" noGrp="1"/>
          </p:cNvSpPr>
          <p:nvPr/>
        </p:nvSpPr>
        <p:spPr>
          <a:xfrm xmlns:a="http://schemas.openxmlformats.org/drawingml/2006/main">
            <a:off x="8667750" y="1714500"/>
            <a:ext cx="2381250" cy="323850"/>
          </a:xfrm>
          <a:prstGeom xmlns:a="http://schemas.openxmlformats.org/drawingml/2006/main" prst="rect">
            <a:avLst/>
          </a:prstGeom>
          <a:solidFill xmlns:a="http://schemas.openxmlformats.org/drawingml/2006/main">
            <a:srgbClr val="16A34A"/>
          </a:solidFill>
          <a:ln xmlns:a="http://schemas.openxmlformats.org/drawingml/2006/main" w="0">
            <a:solidFill>
              <a:srgbClr val="0B0B0B"/>
            </a:solidFill>
            <a:prstDash val="solid"/>
          </a:ln>
        </p:spPr>
      </p:sp>
      <p:sp>
        <p:nvSpPr>
          <p:cNvPr id="32" name="">
            <a:extLst xmlns:a="http://schemas.openxmlformats.org/drawingml/2006/main">
              <a:ext uri="{FF2B5EF4-FFF2-40B4-BE49-F238E27FC236}">
                <a16:creationId xmlns:a16="http://schemas.microsoft.com/office/drawing/2014/main" id="{0654DD3C-D71E-420A-9DB1-0DF7FE522DB5}"/>
              </a:ext>
            </a:extLst>
          </p:cNvPr>
          <p:cNvSpPr>
            <a:spLocks xmlns:a="http://schemas.openxmlformats.org/drawingml/2006/main" noGrp="1"/>
          </p:cNvSpPr>
          <p:nvPr/>
        </p:nvSpPr>
        <p:spPr>
          <a:xfrm xmlns:a="http://schemas.openxmlformats.org/drawingml/2006/main">
            <a:off x="8801100" y="1771650"/>
            <a:ext cx="2114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lnSpc>
                <a:spcPct val="105000"/>
              </a:lnSpc>
              <a:buNone/>
              <a:defRPr sz="975" b="1">
                <a:solidFill>
                  <a:srgbClr val="0B0B0B"/>
                </a:solidFill>
                <a:latin typeface="Noto Sans Khmer"/>
                <a:ea typeface="Noto Sans Khmer"/>
                <a:cs typeface="Noto Sans Khmer"/>
              </a:defRPr>
            </a:pPr>
            <a:r>
              <a:rPr sz="975" b="1">
                <a:solidFill>
                  <a:srgbClr val="0B0B0B"/>
                </a:solidFill>
                <a:latin typeface="Noto Sans Khmer"/>
                <a:ea typeface="Noto Sans Khmer"/>
                <a:cs typeface="Noto Sans Khmer"/>
              </a:rPr>
              <a:t>NETWORK</a:t>
            </a:r>
          </a:p>
        </p:txBody>
      </p:sp>
      <p:sp>
        <p:nvSpPr>
          <p:cNvPr id="33" name="">
            <a:extLst xmlns:a="http://schemas.openxmlformats.org/drawingml/2006/main">
              <a:ext uri="{FF2B5EF4-FFF2-40B4-BE49-F238E27FC236}">
                <a16:creationId xmlns:a16="http://schemas.microsoft.com/office/drawing/2014/main" id="{C205CA47-50B5-49C6-B85D-65EC9B026BEC}"/>
              </a:ext>
            </a:extLst>
          </p:cNvPr>
          <p:cNvSpPr>
            <a:spLocks xmlns:a="http://schemas.openxmlformats.org/drawingml/2006/main" noGrp="1"/>
          </p:cNvSpPr>
          <p:nvPr/>
        </p:nvSpPr>
        <p:spPr>
          <a:xfrm xmlns:a="http://schemas.openxmlformats.org/drawingml/2006/main">
            <a:off x="8839200" y="2209800"/>
            <a:ext cx="2038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0000"/>
              </a:lnSpc>
              <a:buNone/>
              <a:defRPr sz="1800" b="1">
                <a:solidFill>
                  <a:srgbClr val="0B0B0B"/>
                </a:solidFill>
                <a:latin typeface="Noto Sans Khmer"/>
                <a:ea typeface="Noto Sans Khmer"/>
                <a:cs typeface="Noto Sans Khmer"/>
              </a:defRPr>
            </a:pPr>
            <a:r>
              <a:rPr sz="1800" b="1">
                <a:solidFill>
                  <a:srgbClr val="0B0B0B"/>
                </a:solidFill>
                <a:latin typeface="Noto Sans Khmer"/>
                <a:ea typeface="Noto Sans Khmer"/>
                <a:cs typeface="Noto Sans Khmer"/>
              </a:rPr>
              <a:t>Network moat</a:t>
            </a:r>
          </a:p>
        </p:txBody>
      </p:sp>
      <p:sp>
        <p:nvSpPr>
          <p:cNvPr id="34" name="">
            <a:extLst xmlns:a="http://schemas.openxmlformats.org/drawingml/2006/main">
              <a:ext uri="{FF2B5EF4-FFF2-40B4-BE49-F238E27FC236}">
                <a16:creationId xmlns:a16="http://schemas.microsoft.com/office/drawing/2014/main" id="{717E3950-7643-4AD0-AFBB-08D4158BAFF5}"/>
              </a:ext>
            </a:extLst>
          </p:cNvPr>
          <p:cNvSpPr>
            <a:spLocks xmlns:a="http://schemas.openxmlformats.org/drawingml/2006/main" noGrp="1"/>
          </p:cNvSpPr>
          <p:nvPr/>
        </p:nvSpPr>
        <p:spPr>
          <a:xfrm xmlns:a="http://schemas.openxmlformats.org/drawingml/2006/main">
            <a:off x="8839200" y="2743200"/>
            <a:ext cx="2038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79719"/>
          </a:bodyPr>
          <a:lstStyle xmlns:a="http://schemas.openxmlformats.org/drawingml/2006/main"/>
          <a:p xmlns:a="http://schemas.openxmlformats.org/drawingml/2006/main">
            <a:pPr algn="l">
              <a:lnSpc>
                <a:spcPct val="112000"/>
              </a:lnSpc>
              <a:buNone/>
              <a:defRPr sz="1050" b="0">
                <a:solidFill>
                  <a:srgbClr val="303030"/>
                </a:solidFill>
                <a:latin typeface="Noto Sans Khmer"/>
                <a:ea typeface="Noto Sans Khmer"/>
                <a:cs typeface="Noto Sans Khmer"/>
              </a:defRPr>
            </a:pPr>
            <a:r>
              <a:rPr sz="1050" b="0">
                <a:solidFill>
                  <a:srgbClr val="303030"/>
                </a:solidFill>
                <a:latin typeface="Noto Sans Khmer"/>
                <a:ea typeface="Noto Sans Khmer"/>
                <a:cs typeface="Noto Sans Khmer"/>
              </a:rPr>
              <a:t>More teachers and students make KWD more valuable</a:t>
            </a:r>
          </a:p>
        </p:txBody>
      </p:sp>
      <p:sp>
        <p:nvSpPr>
          <p:cNvPr id="35" name="">
            <a:extLst xmlns:a="http://schemas.openxmlformats.org/drawingml/2006/main">
              <a:ext uri="{FF2B5EF4-FFF2-40B4-BE49-F238E27FC236}">
                <a16:creationId xmlns:a16="http://schemas.microsoft.com/office/drawing/2014/main" id="{C8F53B7D-1AF9-4202-B438-A3E712027C23}"/>
              </a:ext>
            </a:extLst>
          </p:cNvPr>
          <p:cNvSpPr>
            <a:spLocks xmlns:a="http://schemas.openxmlformats.org/drawingml/2006/main" noGrp="1"/>
          </p:cNvSpPr>
          <p:nvPr/>
        </p:nvSpPr>
        <p:spPr>
          <a:xfrm xmlns:a="http://schemas.openxmlformats.org/drawingml/2006/main">
            <a:off x="5981700" y="3695700"/>
            <a:ext cx="2381250" cy="152400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36" name="">
            <a:extLst xmlns:a="http://schemas.openxmlformats.org/drawingml/2006/main">
              <a:ext uri="{FF2B5EF4-FFF2-40B4-BE49-F238E27FC236}">
                <a16:creationId xmlns:a16="http://schemas.microsoft.com/office/drawing/2014/main" id="{14280053-717B-4C3A-9F9C-D9B6DEDA7510}"/>
              </a:ext>
            </a:extLst>
          </p:cNvPr>
          <p:cNvSpPr>
            <a:spLocks xmlns:a="http://schemas.openxmlformats.org/drawingml/2006/main" noGrp="1"/>
          </p:cNvSpPr>
          <p:nvPr/>
        </p:nvSpPr>
        <p:spPr>
          <a:xfrm xmlns:a="http://schemas.openxmlformats.org/drawingml/2006/main">
            <a:off x="5905500" y="3619500"/>
            <a:ext cx="2381250" cy="152400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37" name="">
            <a:extLst xmlns:a="http://schemas.openxmlformats.org/drawingml/2006/main">
              <a:ext uri="{FF2B5EF4-FFF2-40B4-BE49-F238E27FC236}">
                <a16:creationId xmlns:a16="http://schemas.microsoft.com/office/drawing/2014/main" id="{8D564B78-3DAB-4344-A54C-A44375CADF63}"/>
              </a:ext>
            </a:extLst>
          </p:cNvPr>
          <p:cNvSpPr>
            <a:spLocks xmlns:a="http://schemas.openxmlformats.org/drawingml/2006/main" noGrp="1"/>
          </p:cNvSpPr>
          <p:nvPr/>
        </p:nvSpPr>
        <p:spPr>
          <a:xfrm xmlns:a="http://schemas.openxmlformats.org/drawingml/2006/main">
            <a:off x="5905500" y="3619500"/>
            <a:ext cx="2381250" cy="323850"/>
          </a:xfrm>
          <a:prstGeom xmlns:a="http://schemas.openxmlformats.org/drawingml/2006/main" prst="rect">
            <a:avLst/>
          </a:prstGeom>
          <a:solidFill xmlns:a="http://schemas.openxmlformats.org/drawingml/2006/main">
            <a:srgbClr val="2563EB"/>
          </a:solidFill>
          <a:ln xmlns:a="http://schemas.openxmlformats.org/drawingml/2006/main" w="0">
            <a:solidFill>
              <a:srgbClr val="0B0B0B"/>
            </a:solidFill>
            <a:prstDash val="solid"/>
          </a:ln>
        </p:spPr>
      </p:sp>
      <p:sp>
        <p:nvSpPr>
          <p:cNvPr id="38" name="">
            <a:extLst xmlns:a="http://schemas.openxmlformats.org/drawingml/2006/main">
              <a:ext uri="{FF2B5EF4-FFF2-40B4-BE49-F238E27FC236}">
                <a16:creationId xmlns:a16="http://schemas.microsoft.com/office/drawing/2014/main" id="{13CDB8F9-0283-4EE7-A453-CDDECF23EE7E}"/>
              </a:ext>
            </a:extLst>
          </p:cNvPr>
          <p:cNvSpPr>
            <a:spLocks xmlns:a="http://schemas.openxmlformats.org/drawingml/2006/main" noGrp="1"/>
          </p:cNvSpPr>
          <p:nvPr/>
        </p:nvSpPr>
        <p:spPr>
          <a:xfrm xmlns:a="http://schemas.openxmlformats.org/drawingml/2006/main">
            <a:off x="6038850" y="3676650"/>
            <a:ext cx="2114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lnSpc>
                <a:spcPct val="105000"/>
              </a:lnSpc>
              <a:buNone/>
              <a:defRPr sz="975" b="1">
                <a:solidFill>
                  <a:srgbClr val="0B0B0B"/>
                </a:solidFill>
                <a:latin typeface="Noto Sans Khmer"/>
                <a:ea typeface="Noto Sans Khmer"/>
                <a:cs typeface="Noto Sans Khmer"/>
              </a:defRPr>
            </a:pPr>
            <a:r>
              <a:rPr sz="975" b="1">
                <a:solidFill>
                  <a:srgbClr val="0B0B0B"/>
                </a:solidFill>
                <a:latin typeface="Noto Sans Khmer"/>
                <a:ea typeface="Noto Sans Khmer"/>
                <a:cs typeface="Noto Sans Khmer"/>
              </a:rPr>
              <a:t>SWITCHING</a:t>
            </a:r>
          </a:p>
        </p:txBody>
      </p:sp>
      <p:sp>
        <p:nvSpPr>
          <p:cNvPr id="39" name="">
            <a:extLst xmlns:a="http://schemas.openxmlformats.org/drawingml/2006/main">
              <a:ext uri="{FF2B5EF4-FFF2-40B4-BE49-F238E27FC236}">
                <a16:creationId xmlns:a16="http://schemas.microsoft.com/office/drawing/2014/main" id="{A502FB29-2630-46A4-A578-32B966A2E04C}"/>
              </a:ext>
            </a:extLst>
          </p:cNvPr>
          <p:cNvSpPr>
            <a:spLocks xmlns:a="http://schemas.openxmlformats.org/drawingml/2006/main" noGrp="1"/>
          </p:cNvSpPr>
          <p:nvPr/>
        </p:nvSpPr>
        <p:spPr>
          <a:xfrm xmlns:a="http://schemas.openxmlformats.org/drawingml/2006/main">
            <a:off x="6076950" y="4114800"/>
            <a:ext cx="2038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0000"/>
              </a:lnSpc>
              <a:buNone/>
              <a:defRPr sz="1800" b="1">
                <a:solidFill>
                  <a:srgbClr val="0B0B0B"/>
                </a:solidFill>
                <a:latin typeface="Noto Sans Khmer"/>
                <a:ea typeface="Noto Sans Khmer"/>
                <a:cs typeface="Noto Sans Khmer"/>
              </a:defRPr>
            </a:pPr>
            <a:r>
              <a:rPr sz="1800" b="1">
                <a:solidFill>
                  <a:srgbClr val="0B0B0B"/>
                </a:solidFill>
                <a:latin typeface="Noto Sans Khmer"/>
                <a:ea typeface="Noto Sans Khmer"/>
                <a:cs typeface="Noto Sans Khmer"/>
              </a:rPr>
              <a:t>Switching moat</a:t>
            </a:r>
          </a:p>
        </p:txBody>
      </p:sp>
      <p:sp>
        <p:nvSpPr>
          <p:cNvPr id="40" name="">
            <a:extLst xmlns:a="http://schemas.openxmlformats.org/drawingml/2006/main">
              <a:ext uri="{FF2B5EF4-FFF2-40B4-BE49-F238E27FC236}">
                <a16:creationId xmlns:a16="http://schemas.microsoft.com/office/drawing/2014/main" id="{375D1FD5-38CD-4161-B212-AE125DEEA019}"/>
              </a:ext>
            </a:extLst>
          </p:cNvPr>
          <p:cNvSpPr>
            <a:spLocks xmlns:a="http://schemas.openxmlformats.org/drawingml/2006/main" noGrp="1"/>
          </p:cNvSpPr>
          <p:nvPr/>
        </p:nvSpPr>
        <p:spPr>
          <a:xfrm xmlns:a="http://schemas.openxmlformats.org/drawingml/2006/main">
            <a:off x="6076950" y="4648200"/>
            <a:ext cx="2038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79719"/>
          </a:bodyPr>
          <a:lstStyle xmlns:a="http://schemas.openxmlformats.org/drawingml/2006/main"/>
          <a:p xmlns:a="http://schemas.openxmlformats.org/drawingml/2006/main">
            <a:pPr algn="l">
              <a:lnSpc>
                <a:spcPct val="112000"/>
              </a:lnSpc>
              <a:buNone/>
              <a:defRPr sz="1050" b="0">
                <a:solidFill>
                  <a:srgbClr val="303030"/>
                </a:solidFill>
                <a:latin typeface="Noto Sans Khmer"/>
                <a:ea typeface="Noto Sans Khmer"/>
                <a:cs typeface="Noto Sans Khmer"/>
              </a:defRPr>
            </a:pPr>
            <a:r>
              <a:rPr sz="1050" b="0">
                <a:solidFill>
                  <a:srgbClr val="303030"/>
                </a:solidFill>
                <a:latin typeface="Noto Sans Khmer"/>
                <a:ea typeface="Noto Sans Khmer"/>
                <a:cs typeface="Noto Sans Khmer"/>
              </a:rPr>
              <a:t>Class progress and reports create continuity</a:t>
            </a:r>
          </a:p>
        </p:txBody>
      </p:sp>
      <p:sp>
        <p:nvSpPr>
          <p:cNvPr id="41" name="">
            <a:extLst xmlns:a="http://schemas.openxmlformats.org/drawingml/2006/main">
              <a:ext uri="{FF2B5EF4-FFF2-40B4-BE49-F238E27FC236}">
                <a16:creationId xmlns:a16="http://schemas.microsoft.com/office/drawing/2014/main" id="{43435249-CB03-4768-9C25-150FD1C66FB2}"/>
              </a:ext>
            </a:extLst>
          </p:cNvPr>
          <p:cNvSpPr>
            <a:spLocks xmlns:a="http://schemas.openxmlformats.org/drawingml/2006/main" noGrp="1"/>
          </p:cNvSpPr>
          <p:nvPr/>
        </p:nvSpPr>
        <p:spPr>
          <a:xfrm xmlns:a="http://schemas.openxmlformats.org/drawingml/2006/main">
            <a:off x="8743950" y="3695700"/>
            <a:ext cx="2381250" cy="152400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42" name="">
            <a:extLst xmlns:a="http://schemas.openxmlformats.org/drawingml/2006/main">
              <a:ext uri="{FF2B5EF4-FFF2-40B4-BE49-F238E27FC236}">
                <a16:creationId xmlns:a16="http://schemas.microsoft.com/office/drawing/2014/main" id="{D4B43ACE-7EAC-413C-8931-C32C714150ED}"/>
              </a:ext>
            </a:extLst>
          </p:cNvPr>
          <p:cNvSpPr>
            <a:spLocks xmlns:a="http://schemas.openxmlformats.org/drawingml/2006/main" noGrp="1"/>
          </p:cNvSpPr>
          <p:nvPr/>
        </p:nvSpPr>
        <p:spPr>
          <a:xfrm xmlns:a="http://schemas.openxmlformats.org/drawingml/2006/main">
            <a:off x="8667750" y="3619500"/>
            <a:ext cx="2381250" cy="152400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43" name="">
            <a:extLst xmlns:a="http://schemas.openxmlformats.org/drawingml/2006/main">
              <a:ext uri="{FF2B5EF4-FFF2-40B4-BE49-F238E27FC236}">
                <a16:creationId xmlns:a16="http://schemas.microsoft.com/office/drawing/2014/main" id="{EDECE46C-FD49-435F-AE9E-B763E9F76676}"/>
              </a:ext>
            </a:extLst>
          </p:cNvPr>
          <p:cNvSpPr>
            <a:spLocks xmlns:a="http://schemas.openxmlformats.org/drawingml/2006/main" noGrp="1"/>
          </p:cNvSpPr>
          <p:nvPr/>
        </p:nvSpPr>
        <p:spPr>
          <a:xfrm xmlns:a="http://schemas.openxmlformats.org/drawingml/2006/main">
            <a:off x="8667750" y="3619500"/>
            <a:ext cx="2381250" cy="323850"/>
          </a:xfrm>
          <a:prstGeom xmlns:a="http://schemas.openxmlformats.org/drawingml/2006/main" prst="rect">
            <a:avLst/>
          </a:prstGeom>
          <a:solidFill xmlns:a="http://schemas.openxmlformats.org/drawingml/2006/main">
            <a:srgbClr val="F97316"/>
          </a:solidFill>
          <a:ln xmlns:a="http://schemas.openxmlformats.org/drawingml/2006/main" w="0">
            <a:solidFill>
              <a:srgbClr val="0B0B0B"/>
            </a:solidFill>
            <a:prstDash val="solid"/>
          </a:ln>
        </p:spPr>
      </p:sp>
      <p:sp>
        <p:nvSpPr>
          <p:cNvPr id="44" name="">
            <a:extLst xmlns:a="http://schemas.openxmlformats.org/drawingml/2006/main">
              <a:ext uri="{FF2B5EF4-FFF2-40B4-BE49-F238E27FC236}">
                <a16:creationId xmlns:a16="http://schemas.microsoft.com/office/drawing/2014/main" id="{7B0FBC3A-2E2C-4F2C-B660-50B44C57964D}"/>
              </a:ext>
            </a:extLst>
          </p:cNvPr>
          <p:cNvSpPr>
            <a:spLocks xmlns:a="http://schemas.openxmlformats.org/drawingml/2006/main" noGrp="1"/>
          </p:cNvSpPr>
          <p:nvPr/>
        </p:nvSpPr>
        <p:spPr>
          <a:xfrm xmlns:a="http://schemas.openxmlformats.org/drawingml/2006/main">
            <a:off x="8801100" y="3676650"/>
            <a:ext cx="2114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lnSpc>
                <a:spcPct val="105000"/>
              </a:lnSpc>
              <a:buNone/>
              <a:defRPr sz="975" b="1">
                <a:solidFill>
                  <a:srgbClr val="0B0B0B"/>
                </a:solidFill>
                <a:latin typeface="Noto Sans Khmer"/>
                <a:ea typeface="Noto Sans Khmer"/>
                <a:cs typeface="Noto Sans Khmer"/>
              </a:defRPr>
            </a:pPr>
            <a:r>
              <a:rPr sz="975" b="1">
                <a:solidFill>
                  <a:srgbClr val="0B0B0B"/>
                </a:solidFill>
                <a:latin typeface="Noto Sans Khmer"/>
                <a:ea typeface="Noto Sans Khmer"/>
                <a:cs typeface="Noto Sans Khmer"/>
              </a:rPr>
              <a:t>TRUST</a:t>
            </a:r>
          </a:p>
        </p:txBody>
      </p:sp>
      <p:sp>
        <p:nvSpPr>
          <p:cNvPr id="45" name="">
            <a:extLst xmlns:a="http://schemas.openxmlformats.org/drawingml/2006/main">
              <a:ext uri="{FF2B5EF4-FFF2-40B4-BE49-F238E27FC236}">
                <a16:creationId xmlns:a16="http://schemas.microsoft.com/office/drawing/2014/main" id="{42D21E97-88F1-4C13-B32A-A6B5D444ED68}"/>
              </a:ext>
            </a:extLst>
          </p:cNvPr>
          <p:cNvSpPr>
            <a:spLocks xmlns:a="http://schemas.openxmlformats.org/drawingml/2006/main" noGrp="1"/>
          </p:cNvSpPr>
          <p:nvPr/>
        </p:nvSpPr>
        <p:spPr>
          <a:xfrm xmlns:a="http://schemas.openxmlformats.org/drawingml/2006/main">
            <a:off x="8839200" y="4114800"/>
            <a:ext cx="2038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0000"/>
              </a:lnSpc>
              <a:buNone/>
              <a:defRPr sz="1800" b="1">
                <a:solidFill>
                  <a:srgbClr val="0B0B0B"/>
                </a:solidFill>
                <a:latin typeface="Noto Sans Khmer"/>
                <a:ea typeface="Noto Sans Khmer"/>
                <a:cs typeface="Noto Sans Khmer"/>
              </a:defRPr>
            </a:pPr>
            <a:r>
              <a:rPr sz="1800" b="1">
                <a:solidFill>
                  <a:srgbClr val="0B0B0B"/>
                </a:solidFill>
                <a:latin typeface="Noto Sans Khmer"/>
                <a:ea typeface="Noto Sans Khmer"/>
                <a:cs typeface="Noto Sans Khmer"/>
              </a:rPr>
              <a:t>Trust moat</a:t>
            </a:r>
          </a:p>
        </p:txBody>
      </p:sp>
      <p:sp>
        <p:nvSpPr>
          <p:cNvPr id="46" name="">
            <a:extLst xmlns:a="http://schemas.openxmlformats.org/drawingml/2006/main">
              <a:ext uri="{FF2B5EF4-FFF2-40B4-BE49-F238E27FC236}">
                <a16:creationId xmlns:a16="http://schemas.microsoft.com/office/drawing/2014/main" id="{03B45DC8-5282-42C6-AF91-2EF5DF4DF6C6}"/>
              </a:ext>
            </a:extLst>
          </p:cNvPr>
          <p:cNvSpPr>
            <a:spLocks xmlns:a="http://schemas.openxmlformats.org/drawingml/2006/main" noGrp="1"/>
          </p:cNvSpPr>
          <p:nvPr/>
        </p:nvSpPr>
        <p:spPr>
          <a:xfrm xmlns:a="http://schemas.openxmlformats.org/drawingml/2006/main">
            <a:off x="8839200" y="4648200"/>
            <a:ext cx="2038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79719"/>
          </a:bodyPr>
          <a:lstStyle xmlns:a="http://schemas.openxmlformats.org/drawingml/2006/main"/>
          <a:p xmlns:a="http://schemas.openxmlformats.org/drawingml/2006/main">
            <a:pPr algn="l">
              <a:lnSpc>
                <a:spcPct val="112000"/>
              </a:lnSpc>
              <a:buNone/>
              <a:defRPr sz="1050" b="0">
                <a:solidFill>
                  <a:srgbClr val="303030"/>
                </a:solidFill>
                <a:latin typeface="Noto Sans Khmer"/>
                <a:ea typeface="Noto Sans Khmer"/>
                <a:cs typeface="Noto Sans Khmer"/>
              </a:defRPr>
            </a:pPr>
            <a:r>
              <a:rPr sz="1050" b="0">
                <a:solidFill>
                  <a:srgbClr val="303030"/>
                </a:solidFill>
                <a:latin typeface="Noto Sans Khmer"/>
                <a:ea typeface="Noto Sans Khmer"/>
                <a:cs typeface="Noto Sans Khmer"/>
              </a:rPr>
              <a:t>Technovation and Cambodia-specific verified content</a:t>
            </a:r>
          </a:p>
        </p:txBody>
      </p:sp>
    </p:spTree>
    <p:extLst>
      <p:ext uri="{BB962C8B-B14F-4D97-AF65-F5344CB8AC3E}">
        <p14:creationId xmlns:p14="http://schemas.microsoft.com/office/powerpoint/2010/main" val="571535727"/>
      </p:ext>
    </p:extLst>
  </p:cSld>
</p:sld>
</file>

<file path=ppt/slides/slide10.xml><?xml version="1.0" encoding="utf-8"?>
<p:sld xmlns:p="http://schemas.openxmlformats.org/presentationml/2006/main">
  <p:cSld>
    <p:bg>
      <p:bgPr>
        <a:solidFill xmlns:a="http://schemas.openxmlformats.org/drawingml/2006/main">
          <a:srgbClr val="FFF8D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98E2F5B-5435-416E-82C9-0A727E103099}"/>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EAB308"/>
          </a:solidFill>
          <a:ln xmlns:a="http://schemas.openxmlformats.org/drawingml/2006/main" w="0">
            <a:solidFill>
              <a:srgbClr val="0B0B0B"/>
            </a:solidFill>
            <a:prstDash val="solid"/>
          </a:ln>
        </p:spPr>
      </p:sp>
      <p:sp>
        <p:nvSpPr>
          <p:cNvPr id="2" name="">
            <a:extLst xmlns:a="http://schemas.openxmlformats.org/drawingml/2006/main">
              <a:ext uri="{FF2B5EF4-FFF2-40B4-BE49-F238E27FC236}">
                <a16:creationId xmlns:a16="http://schemas.microsoft.com/office/drawing/2014/main" id="{7577EAB3-5B05-4833-8615-6F1A288EC1F8}"/>
              </a:ext>
            </a:extLst>
          </p:cNvPr>
          <p:cNvSpPr>
            <a:spLocks xmlns:a="http://schemas.openxmlformats.org/drawingml/2006/main" noGrp="1"/>
          </p:cNvSpPr>
          <p:nvPr/>
        </p:nvSpPr>
        <p:spPr>
          <a:xfrm xmlns:a="http://schemas.openxmlformats.org/drawingml/2006/main">
            <a:off x="0" y="6686550"/>
            <a:ext cx="12192000" cy="1714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3" name="">
            <a:extLst xmlns:a="http://schemas.openxmlformats.org/drawingml/2006/main">
              <a:ext uri="{FF2B5EF4-FFF2-40B4-BE49-F238E27FC236}">
                <a16:creationId xmlns:a16="http://schemas.microsoft.com/office/drawing/2014/main" id="{4885D9FE-7D21-4DAA-B12A-7DD1A064B163}"/>
              </a:ext>
            </a:extLst>
          </p:cNvPr>
          <p:cNvSpPr>
            <a:spLocks xmlns:a="http://schemas.openxmlformats.org/drawingml/2006/main" noGrp="1"/>
          </p:cNvSpPr>
          <p:nvPr/>
        </p:nvSpPr>
        <p:spPr>
          <a:xfrm xmlns:a="http://schemas.openxmlformats.org/drawingml/2006/main">
            <a:off x="514350" y="2857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5000"/>
              </a:lnSpc>
              <a:buNone/>
              <a:defRPr sz="975" b="1">
                <a:solidFill>
                  <a:srgbClr val="0B0B0B"/>
                </a:solidFill>
                <a:latin typeface="Noto Sans Khmer"/>
                <a:ea typeface="Noto Sans Khmer"/>
                <a:cs typeface="Noto Sans Khmer"/>
              </a:defRPr>
            </a:pPr>
            <a:r>
              <a:rPr sz="975" b="1">
                <a:solidFill>
                  <a:srgbClr val="0B0B0B"/>
                </a:solidFill>
                <a:latin typeface="Noto Sans Khmer"/>
                <a:ea typeface="Noto Sans Khmer"/>
                <a:cs typeface="Noto Sans Khmer"/>
              </a:rPr>
              <a:t>KWD USER ADOPTION PLAN</a:t>
            </a:r>
          </a:p>
        </p:txBody>
      </p:sp>
      <p:sp>
        <p:nvSpPr>
          <p:cNvPr id="4" name="">
            <a:extLst xmlns:a="http://schemas.openxmlformats.org/drawingml/2006/main">
              <a:ext uri="{FF2B5EF4-FFF2-40B4-BE49-F238E27FC236}">
                <a16:creationId xmlns:a16="http://schemas.microsoft.com/office/drawing/2014/main" id="{BF2D32A6-5BAA-4121-A9FD-2735C6FA3EC2}"/>
              </a:ext>
            </a:extLst>
          </p:cNvPr>
          <p:cNvSpPr>
            <a:spLocks xmlns:a="http://schemas.openxmlformats.org/drawingml/2006/main" noGrp="1"/>
          </p:cNvSpPr>
          <p:nvPr/>
        </p:nvSpPr>
        <p:spPr>
          <a:xfrm xmlns:a="http://schemas.openxmlformats.org/drawingml/2006/main">
            <a:off x="11163300" y="266700"/>
            <a:ext cx="514350" cy="323850"/>
          </a:xfrm>
          <a:prstGeom xmlns:a="http://schemas.openxmlformats.org/drawingml/2006/main" prst="rect">
            <a:avLst/>
          </a:prstGeom>
          <a:solidFill xmlns:a="http://schemas.openxmlformats.org/drawingml/2006/main">
            <a:srgbClr val="EAB308"/>
          </a:solidFill>
          <a:ln xmlns:a="http://schemas.openxmlformats.org/drawingml/2006/main" w="28575">
            <a:solidFill>
              <a:srgbClr val="0B0B0B"/>
            </a:solid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lnSpc>
                <a:spcPct val="105000"/>
              </a:lnSpc>
              <a:buNone/>
              <a:defRPr sz="1350" b="1">
                <a:solidFill>
                  <a:srgbClr val="0B0B0B"/>
                </a:solidFill>
                <a:latin typeface="Noto Sans Khmer"/>
                <a:ea typeface="Noto Sans Khmer"/>
                <a:cs typeface="Noto Sans Khmer"/>
              </a:defRPr>
            </a:pPr>
            <a:r>
              <a:rPr sz="1350" b="1">
                <a:solidFill>
                  <a:srgbClr val="0B0B0B"/>
                </a:solidFill>
                <a:latin typeface="Noto Sans Khmer"/>
                <a:ea typeface="Noto Sans Khmer"/>
                <a:cs typeface="Noto Sans Khmer"/>
              </a:rPr>
              <a:t>10</a:t>
            </a:r>
          </a:p>
        </p:txBody>
      </p:sp>
      <p:sp>
        <p:nvSpPr>
          <p:cNvPr id="5" name="">
            <a:extLst xmlns:a="http://schemas.openxmlformats.org/drawingml/2006/main">
              <a:ext uri="{FF2B5EF4-FFF2-40B4-BE49-F238E27FC236}">
                <a16:creationId xmlns:a16="http://schemas.microsoft.com/office/drawing/2014/main" id="{705E769F-063A-4AB2-BB0F-83132BFBEE0C}"/>
              </a:ext>
            </a:extLst>
          </p:cNvPr>
          <p:cNvSpPr>
            <a:spLocks xmlns:a="http://schemas.openxmlformats.org/drawingml/2006/main" noGrp="1"/>
          </p:cNvSpPr>
          <p:nvPr/>
        </p:nvSpPr>
        <p:spPr>
          <a:xfrm xmlns:a="http://schemas.openxmlformats.org/drawingml/2006/main">
            <a:off x="514350" y="609600"/>
            <a:ext cx="8096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98000"/>
              </a:lnSpc>
              <a:buNone/>
              <a:defRPr sz="2850" b="1">
                <a:solidFill>
                  <a:srgbClr val="0B0B0B"/>
                </a:solidFill>
                <a:latin typeface="Noto Sans Khmer"/>
                <a:ea typeface="Noto Sans Khmer"/>
                <a:cs typeface="Noto Sans Khmer"/>
              </a:defRPr>
            </a:pPr>
            <a:r>
              <a:rPr sz="2850" b="1">
                <a:solidFill>
                  <a:srgbClr val="0B0B0B"/>
                </a:solidFill>
                <a:latin typeface="Noto Sans Khmer"/>
                <a:ea typeface="Noto Sans Khmer"/>
                <a:cs typeface="Noto Sans Khmer"/>
              </a:rPr>
              <a:t>មូលដ្ឋានផលិតផល និងបច្ចេកវិទ្យា</a:t>
            </a:r>
          </a:p>
        </p:txBody>
      </p:sp>
      <p:sp>
        <p:nvSpPr>
          <p:cNvPr id="6" name="">
            <a:extLst xmlns:a="http://schemas.openxmlformats.org/drawingml/2006/main">
              <a:ext uri="{FF2B5EF4-FFF2-40B4-BE49-F238E27FC236}">
                <a16:creationId xmlns:a16="http://schemas.microsoft.com/office/drawing/2014/main" id="{92D568BD-ECEA-4C62-8463-FBE3E0EE0705}"/>
              </a:ext>
            </a:extLst>
          </p:cNvPr>
          <p:cNvSpPr>
            <a:spLocks xmlns:a="http://schemas.openxmlformats.org/drawingml/2006/main" noGrp="1"/>
          </p:cNvSpPr>
          <p:nvPr/>
        </p:nvSpPr>
        <p:spPr>
          <a:xfrm xmlns:a="http://schemas.openxmlformats.org/drawingml/2006/main">
            <a:off x="552450" y="1276350"/>
            <a:ext cx="790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5000"/>
              </a:lnSpc>
              <a:buNone/>
              <a:defRPr sz="1275" b="0">
                <a:solidFill>
                  <a:srgbClr val="383838"/>
                </a:solidFill>
                <a:latin typeface="Noto Sans Khmer"/>
                <a:ea typeface="Noto Sans Khmer"/>
                <a:cs typeface="Noto Sans Khmer"/>
              </a:defRPr>
            </a:pPr>
            <a:r>
              <a:rPr sz="1275" b="0">
                <a:solidFill>
                  <a:srgbClr val="383838"/>
                </a:solidFill>
                <a:latin typeface="Noto Sans Khmer"/>
                <a:ea typeface="Noto Sans Khmer"/>
                <a:cs typeface="Noto Sans Khmer"/>
              </a:rPr>
              <a:t>Technology choices support adoption: fast, mobile-friendly, low data, secure.</a:t>
            </a:r>
          </a:p>
        </p:txBody>
      </p:sp>
      <p:sp>
        <p:nvSpPr>
          <p:cNvPr id="7" name="">
            <a:extLst xmlns:a="http://schemas.openxmlformats.org/drawingml/2006/main">
              <a:ext uri="{FF2B5EF4-FFF2-40B4-BE49-F238E27FC236}">
                <a16:creationId xmlns:a16="http://schemas.microsoft.com/office/drawing/2014/main" id="{9136662F-051B-4AD0-AB59-66FEFC508D92}"/>
              </a:ext>
            </a:extLst>
          </p:cNvPr>
          <p:cNvSpPr>
            <a:spLocks xmlns:a="http://schemas.openxmlformats.org/drawingml/2006/main" noGrp="1"/>
          </p:cNvSpPr>
          <p:nvPr/>
        </p:nvSpPr>
        <p:spPr>
          <a:xfrm xmlns:a="http://schemas.openxmlformats.org/drawingml/2006/main">
            <a:off x="847725" y="1704975"/>
            <a:ext cx="4762500" cy="5905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8" name="">
            <a:extLst xmlns:a="http://schemas.openxmlformats.org/drawingml/2006/main">
              <a:ext uri="{FF2B5EF4-FFF2-40B4-BE49-F238E27FC236}">
                <a16:creationId xmlns:a16="http://schemas.microsoft.com/office/drawing/2014/main" id="{5A5A9FAB-2FC7-439C-9176-D3B0E8D127E7}"/>
              </a:ext>
            </a:extLst>
          </p:cNvPr>
          <p:cNvSpPr>
            <a:spLocks xmlns:a="http://schemas.openxmlformats.org/drawingml/2006/main" noGrp="1"/>
          </p:cNvSpPr>
          <p:nvPr/>
        </p:nvSpPr>
        <p:spPr>
          <a:xfrm xmlns:a="http://schemas.openxmlformats.org/drawingml/2006/main">
            <a:off x="800100" y="1657350"/>
            <a:ext cx="4762500" cy="590550"/>
          </a:xfrm>
          <a:prstGeom xmlns:a="http://schemas.openxmlformats.org/drawingml/2006/main" prst="rect">
            <a:avLst/>
          </a:prstGeom>
          <a:solidFill xmlns:a="http://schemas.openxmlformats.org/drawingml/2006/main">
            <a:srgbClr val="EAB308"/>
          </a:solidFill>
          <a:ln xmlns:a="http://schemas.openxmlformats.org/drawingml/2006/main" w="28575">
            <a:solidFill>
              <a:srgbClr val="0B0B0B"/>
            </a:solidFill>
            <a:prstDash val="solid"/>
          </a:ln>
        </p:spPr>
      </p:sp>
      <p:sp>
        <p:nvSpPr>
          <p:cNvPr id="9" name="">
            <a:extLst xmlns:a="http://schemas.openxmlformats.org/drawingml/2006/main">
              <a:ext uri="{FF2B5EF4-FFF2-40B4-BE49-F238E27FC236}">
                <a16:creationId xmlns:a16="http://schemas.microsoft.com/office/drawing/2014/main" id="{E5E7B647-0CAE-4BE5-9722-B7C75C4FB98A}"/>
              </a:ext>
            </a:extLst>
          </p:cNvPr>
          <p:cNvSpPr>
            <a:spLocks xmlns:a="http://schemas.openxmlformats.org/drawingml/2006/main" noGrp="1"/>
          </p:cNvSpPr>
          <p:nvPr/>
        </p:nvSpPr>
        <p:spPr>
          <a:xfrm xmlns:a="http://schemas.openxmlformats.org/drawingml/2006/main">
            <a:off x="1009650" y="17907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93371"/>
          </a:bodyPr>
          <a:lstStyle xmlns:a="http://schemas.openxmlformats.org/drawingml/2006/main"/>
          <a:p xmlns:a="http://schemas.openxmlformats.org/drawingml/2006/main">
            <a:pPr algn="l">
              <a:lnSpc>
                <a:spcPct val="105000"/>
              </a:lnSpc>
              <a:buNone/>
              <a:defRPr sz="1275" b="1">
                <a:solidFill>
                  <a:srgbClr val="0B0B0B"/>
                </a:solidFill>
                <a:latin typeface="Noto Sans Khmer"/>
                <a:ea typeface="Noto Sans Khmer"/>
                <a:cs typeface="Noto Sans Khmer"/>
              </a:defRPr>
            </a:pPr>
            <a:r>
              <a:rPr sz="1275" b="1">
                <a:solidFill>
                  <a:srgbClr val="0B0B0B"/>
                </a:solidFill>
                <a:latin typeface="Noto Sans Khmer"/>
                <a:ea typeface="Noto Sans Khmer"/>
                <a:cs typeface="Noto Sans Khmer"/>
              </a:rPr>
              <a:t>Frontend/Backend</a:t>
            </a:r>
          </a:p>
        </p:txBody>
      </p:sp>
      <p:sp>
        <p:nvSpPr>
          <p:cNvPr id="10" name="">
            <a:extLst xmlns:a="http://schemas.openxmlformats.org/drawingml/2006/main">
              <a:ext uri="{FF2B5EF4-FFF2-40B4-BE49-F238E27FC236}">
                <a16:creationId xmlns:a16="http://schemas.microsoft.com/office/drawing/2014/main" id="{FEBFD1CE-EDD0-4A3A-AF05-C463C93E22E6}"/>
              </a:ext>
            </a:extLst>
          </p:cNvPr>
          <p:cNvSpPr>
            <a:spLocks xmlns:a="http://schemas.openxmlformats.org/drawingml/2006/main" noGrp="1"/>
          </p:cNvSpPr>
          <p:nvPr/>
        </p:nvSpPr>
        <p:spPr>
          <a:xfrm xmlns:a="http://schemas.openxmlformats.org/drawingml/2006/main">
            <a:off x="2552700" y="1771650"/>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96183"/>
          </a:bodyPr>
          <a:lstStyle xmlns:a="http://schemas.openxmlformats.org/drawingml/2006/main"/>
          <a:p xmlns:a="http://schemas.openxmlformats.org/drawingml/2006/main">
            <a:pPr algn="l">
              <a:lnSpc>
                <a:spcPct val="105000"/>
              </a:lnSpc>
              <a:buNone/>
              <a:defRPr sz="1125" b="0">
                <a:solidFill>
                  <a:srgbClr val="303030"/>
                </a:solidFill>
                <a:latin typeface="Noto Sans Khmer"/>
                <a:ea typeface="Noto Sans Khmer"/>
                <a:cs typeface="Noto Sans Khmer"/>
              </a:defRPr>
            </a:pPr>
            <a:r>
              <a:rPr sz="1125" b="0">
                <a:solidFill>
                  <a:srgbClr val="303030"/>
                </a:solidFill>
                <a:latin typeface="Noto Sans Khmer"/>
                <a:ea typeface="Noto Sans Khmer"/>
                <a:cs typeface="Noto Sans Khmer"/>
              </a:rPr>
              <a:t>Next.js 15, TypeScript, Tailwind CSS, Vercel</a:t>
            </a:r>
          </a:p>
        </p:txBody>
      </p:sp>
      <p:sp>
        <p:nvSpPr>
          <p:cNvPr id="11" name="">
            <a:extLst xmlns:a="http://schemas.openxmlformats.org/drawingml/2006/main">
              <a:ext uri="{FF2B5EF4-FFF2-40B4-BE49-F238E27FC236}">
                <a16:creationId xmlns:a16="http://schemas.microsoft.com/office/drawing/2014/main" id="{2F04FE3C-05A6-418C-BF3C-CB5985B7D352}"/>
              </a:ext>
            </a:extLst>
          </p:cNvPr>
          <p:cNvSpPr>
            <a:spLocks xmlns:a="http://schemas.openxmlformats.org/drawingml/2006/main" noGrp="1"/>
          </p:cNvSpPr>
          <p:nvPr/>
        </p:nvSpPr>
        <p:spPr>
          <a:xfrm xmlns:a="http://schemas.openxmlformats.org/drawingml/2006/main">
            <a:off x="847725" y="2581275"/>
            <a:ext cx="4762500" cy="5905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12" name="">
            <a:extLst xmlns:a="http://schemas.openxmlformats.org/drawingml/2006/main">
              <a:ext uri="{FF2B5EF4-FFF2-40B4-BE49-F238E27FC236}">
                <a16:creationId xmlns:a16="http://schemas.microsoft.com/office/drawing/2014/main" id="{38CA736F-276E-4F04-8D92-440FFE672D82}"/>
              </a:ext>
            </a:extLst>
          </p:cNvPr>
          <p:cNvSpPr>
            <a:spLocks xmlns:a="http://schemas.openxmlformats.org/drawingml/2006/main" noGrp="1"/>
          </p:cNvSpPr>
          <p:nvPr/>
        </p:nvSpPr>
        <p:spPr>
          <a:xfrm xmlns:a="http://schemas.openxmlformats.org/drawingml/2006/main">
            <a:off x="800100" y="2533650"/>
            <a:ext cx="4762500" cy="59055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13" name="">
            <a:extLst xmlns:a="http://schemas.openxmlformats.org/drawingml/2006/main">
              <a:ext uri="{FF2B5EF4-FFF2-40B4-BE49-F238E27FC236}">
                <a16:creationId xmlns:a16="http://schemas.microsoft.com/office/drawing/2014/main" id="{50C97B72-9A25-4708-99D1-497377EA3436}"/>
              </a:ext>
            </a:extLst>
          </p:cNvPr>
          <p:cNvSpPr>
            <a:spLocks xmlns:a="http://schemas.openxmlformats.org/drawingml/2006/main" noGrp="1"/>
          </p:cNvSpPr>
          <p:nvPr/>
        </p:nvSpPr>
        <p:spPr>
          <a:xfrm xmlns:a="http://schemas.openxmlformats.org/drawingml/2006/main">
            <a:off x="1009650" y="26670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93371"/>
          </a:bodyPr>
          <a:lstStyle xmlns:a="http://schemas.openxmlformats.org/drawingml/2006/main"/>
          <a:p xmlns:a="http://schemas.openxmlformats.org/drawingml/2006/main">
            <a:pPr algn="l">
              <a:lnSpc>
                <a:spcPct val="105000"/>
              </a:lnSpc>
              <a:buNone/>
              <a:defRPr sz="1275" b="1">
                <a:solidFill>
                  <a:srgbClr val="0B0B0B"/>
                </a:solidFill>
                <a:latin typeface="Noto Sans Khmer"/>
                <a:ea typeface="Noto Sans Khmer"/>
                <a:cs typeface="Noto Sans Khmer"/>
              </a:defRPr>
            </a:pPr>
            <a:r>
              <a:rPr sz="1275" b="1">
                <a:solidFill>
                  <a:srgbClr val="0B0B0B"/>
                </a:solidFill>
                <a:latin typeface="Noto Sans Khmer"/>
                <a:ea typeface="Noto Sans Khmer"/>
                <a:cs typeface="Noto Sans Khmer"/>
              </a:rPr>
              <a:t>Database</a:t>
            </a:r>
          </a:p>
        </p:txBody>
      </p:sp>
      <p:sp>
        <p:nvSpPr>
          <p:cNvPr id="14" name="">
            <a:extLst xmlns:a="http://schemas.openxmlformats.org/drawingml/2006/main">
              <a:ext uri="{FF2B5EF4-FFF2-40B4-BE49-F238E27FC236}">
                <a16:creationId xmlns:a16="http://schemas.microsoft.com/office/drawing/2014/main" id="{82771B44-8A9D-4F93-8F7F-623670C27EBF}"/>
              </a:ext>
            </a:extLst>
          </p:cNvPr>
          <p:cNvSpPr>
            <a:spLocks xmlns:a="http://schemas.openxmlformats.org/drawingml/2006/main" noGrp="1"/>
          </p:cNvSpPr>
          <p:nvPr/>
        </p:nvSpPr>
        <p:spPr>
          <a:xfrm xmlns:a="http://schemas.openxmlformats.org/drawingml/2006/main">
            <a:off x="2552700" y="2647950"/>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5000"/>
              </a:lnSpc>
              <a:buNone/>
              <a:defRPr sz="1125" b="0">
                <a:solidFill>
                  <a:srgbClr val="303030"/>
                </a:solidFill>
                <a:latin typeface="Noto Sans Khmer"/>
                <a:ea typeface="Noto Sans Khmer"/>
                <a:cs typeface="Noto Sans Khmer"/>
              </a:defRPr>
            </a:pPr>
            <a:r>
              <a:rPr sz="1125" b="0">
                <a:solidFill>
                  <a:srgbClr val="303030"/>
                </a:solidFill>
                <a:latin typeface="Noto Sans Khmer"/>
                <a:ea typeface="Noto Sans Khmer"/>
                <a:cs typeface="Noto Sans Khmer"/>
              </a:rPr>
              <a:t>Neon PostgreSQL with Drizzle ORM</a:t>
            </a:r>
          </a:p>
        </p:txBody>
      </p:sp>
      <p:sp>
        <p:nvSpPr>
          <p:cNvPr id="15" name="">
            <a:extLst xmlns:a="http://schemas.openxmlformats.org/drawingml/2006/main">
              <a:ext uri="{FF2B5EF4-FFF2-40B4-BE49-F238E27FC236}">
                <a16:creationId xmlns:a16="http://schemas.microsoft.com/office/drawing/2014/main" id="{6E9C5AFC-CDF2-4A7E-8BEA-6B6C4CE03681}"/>
              </a:ext>
            </a:extLst>
          </p:cNvPr>
          <p:cNvSpPr>
            <a:spLocks xmlns:a="http://schemas.openxmlformats.org/drawingml/2006/main" noGrp="1"/>
          </p:cNvSpPr>
          <p:nvPr/>
        </p:nvSpPr>
        <p:spPr>
          <a:xfrm xmlns:a="http://schemas.openxmlformats.org/drawingml/2006/main">
            <a:off x="847725" y="3457575"/>
            <a:ext cx="4762500" cy="5905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16" name="">
            <a:extLst xmlns:a="http://schemas.openxmlformats.org/drawingml/2006/main">
              <a:ext uri="{FF2B5EF4-FFF2-40B4-BE49-F238E27FC236}">
                <a16:creationId xmlns:a16="http://schemas.microsoft.com/office/drawing/2014/main" id="{B76C8205-213F-4A95-822A-B73E4CEF2922}"/>
              </a:ext>
            </a:extLst>
          </p:cNvPr>
          <p:cNvSpPr>
            <a:spLocks xmlns:a="http://schemas.openxmlformats.org/drawingml/2006/main" noGrp="1"/>
          </p:cNvSpPr>
          <p:nvPr/>
        </p:nvSpPr>
        <p:spPr>
          <a:xfrm xmlns:a="http://schemas.openxmlformats.org/drawingml/2006/main">
            <a:off x="800100" y="3409950"/>
            <a:ext cx="4762500" cy="590550"/>
          </a:xfrm>
          <a:prstGeom xmlns:a="http://schemas.openxmlformats.org/drawingml/2006/main" prst="rect">
            <a:avLst/>
          </a:prstGeom>
          <a:solidFill xmlns:a="http://schemas.openxmlformats.org/drawingml/2006/main">
            <a:srgbClr val="EAB308"/>
          </a:solidFill>
          <a:ln xmlns:a="http://schemas.openxmlformats.org/drawingml/2006/main" w="28575">
            <a:solidFill>
              <a:srgbClr val="0B0B0B"/>
            </a:solidFill>
            <a:prstDash val="solid"/>
          </a:ln>
        </p:spPr>
      </p:sp>
      <p:sp>
        <p:nvSpPr>
          <p:cNvPr id="17" name="">
            <a:extLst xmlns:a="http://schemas.openxmlformats.org/drawingml/2006/main">
              <a:ext uri="{FF2B5EF4-FFF2-40B4-BE49-F238E27FC236}">
                <a16:creationId xmlns:a16="http://schemas.microsoft.com/office/drawing/2014/main" id="{A1406030-9F7A-4D0C-ADEB-5C072F7B8176}"/>
              </a:ext>
            </a:extLst>
          </p:cNvPr>
          <p:cNvSpPr>
            <a:spLocks xmlns:a="http://schemas.openxmlformats.org/drawingml/2006/main" noGrp="1"/>
          </p:cNvSpPr>
          <p:nvPr/>
        </p:nvSpPr>
        <p:spPr>
          <a:xfrm xmlns:a="http://schemas.openxmlformats.org/drawingml/2006/main">
            <a:off x="1009650" y="35433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93371"/>
          </a:bodyPr>
          <a:lstStyle xmlns:a="http://schemas.openxmlformats.org/drawingml/2006/main"/>
          <a:p xmlns:a="http://schemas.openxmlformats.org/drawingml/2006/main">
            <a:pPr algn="l">
              <a:lnSpc>
                <a:spcPct val="105000"/>
              </a:lnSpc>
              <a:buNone/>
              <a:defRPr sz="1275" b="1">
                <a:solidFill>
                  <a:srgbClr val="0B0B0B"/>
                </a:solidFill>
                <a:latin typeface="Noto Sans Khmer"/>
                <a:ea typeface="Noto Sans Khmer"/>
                <a:cs typeface="Noto Sans Khmer"/>
              </a:defRPr>
            </a:pPr>
            <a:r>
              <a:rPr sz="1275" b="1">
                <a:solidFill>
                  <a:srgbClr val="0B0B0B"/>
                </a:solidFill>
                <a:latin typeface="Noto Sans Khmer"/>
                <a:ea typeface="Noto Sans Khmer"/>
                <a:cs typeface="Noto Sans Khmer"/>
              </a:rPr>
              <a:t>AI</a:t>
            </a:r>
          </a:p>
        </p:txBody>
      </p:sp>
      <p:sp>
        <p:nvSpPr>
          <p:cNvPr id="18" name="">
            <a:extLst xmlns:a="http://schemas.openxmlformats.org/drawingml/2006/main">
              <a:ext uri="{FF2B5EF4-FFF2-40B4-BE49-F238E27FC236}">
                <a16:creationId xmlns:a16="http://schemas.microsoft.com/office/drawing/2014/main" id="{F80EC663-0A86-40D2-8C6F-87DAFF3A6A6B}"/>
              </a:ext>
            </a:extLst>
          </p:cNvPr>
          <p:cNvSpPr>
            <a:spLocks xmlns:a="http://schemas.openxmlformats.org/drawingml/2006/main" noGrp="1"/>
          </p:cNvSpPr>
          <p:nvPr/>
        </p:nvSpPr>
        <p:spPr>
          <a:xfrm xmlns:a="http://schemas.openxmlformats.org/drawingml/2006/main">
            <a:off x="2552700" y="3524250"/>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72337"/>
          </a:bodyPr>
          <a:lstStyle xmlns:a="http://schemas.openxmlformats.org/drawingml/2006/main"/>
          <a:p xmlns:a="http://schemas.openxmlformats.org/drawingml/2006/main">
            <a:pPr algn="l">
              <a:lnSpc>
                <a:spcPct val="105000"/>
              </a:lnSpc>
              <a:buNone/>
              <a:defRPr sz="1125" b="0">
                <a:solidFill>
                  <a:srgbClr val="303030"/>
                </a:solidFill>
                <a:latin typeface="Noto Sans Khmer"/>
                <a:ea typeface="Noto Sans Khmer"/>
                <a:cs typeface="Noto Sans Khmer"/>
              </a:defRPr>
            </a:pPr>
            <a:r>
              <a:rPr sz="1125" b="0">
                <a:solidFill>
                  <a:srgbClr val="303030"/>
                </a:solidFill>
                <a:latin typeface="Noto Sans Khmer"/>
                <a:ea typeface="Noto Sans Khmer"/>
                <a:cs typeface="Noto Sans Khmer"/>
              </a:rPr>
              <a:t>Claude and Gemini power Suar explanations and analysis</a:t>
            </a:r>
          </a:p>
        </p:txBody>
      </p:sp>
      <p:sp>
        <p:nvSpPr>
          <p:cNvPr id="19" name="">
            <a:extLst xmlns:a="http://schemas.openxmlformats.org/drawingml/2006/main">
              <a:ext uri="{FF2B5EF4-FFF2-40B4-BE49-F238E27FC236}">
                <a16:creationId xmlns:a16="http://schemas.microsoft.com/office/drawing/2014/main" id="{99108388-C6BD-4B6D-9D16-E10B3BD3EDC0}"/>
              </a:ext>
            </a:extLst>
          </p:cNvPr>
          <p:cNvSpPr>
            <a:spLocks xmlns:a="http://schemas.openxmlformats.org/drawingml/2006/main" noGrp="1"/>
          </p:cNvSpPr>
          <p:nvPr/>
        </p:nvSpPr>
        <p:spPr>
          <a:xfrm xmlns:a="http://schemas.openxmlformats.org/drawingml/2006/main">
            <a:off x="847725" y="4333875"/>
            <a:ext cx="4762500" cy="5905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20" name="">
            <a:extLst xmlns:a="http://schemas.openxmlformats.org/drawingml/2006/main">
              <a:ext uri="{FF2B5EF4-FFF2-40B4-BE49-F238E27FC236}">
                <a16:creationId xmlns:a16="http://schemas.microsoft.com/office/drawing/2014/main" id="{DACC34B4-37FD-45E3-ABBE-6CAE5E8D9783}"/>
              </a:ext>
            </a:extLst>
          </p:cNvPr>
          <p:cNvSpPr>
            <a:spLocks xmlns:a="http://schemas.openxmlformats.org/drawingml/2006/main" noGrp="1"/>
          </p:cNvSpPr>
          <p:nvPr/>
        </p:nvSpPr>
        <p:spPr>
          <a:xfrm xmlns:a="http://schemas.openxmlformats.org/drawingml/2006/main">
            <a:off x="800100" y="4286250"/>
            <a:ext cx="4762500" cy="59055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21" name="">
            <a:extLst xmlns:a="http://schemas.openxmlformats.org/drawingml/2006/main">
              <a:ext uri="{FF2B5EF4-FFF2-40B4-BE49-F238E27FC236}">
                <a16:creationId xmlns:a16="http://schemas.microsoft.com/office/drawing/2014/main" id="{2744487C-4654-46A1-87D1-A82863797BC0}"/>
              </a:ext>
            </a:extLst>
          </p:cNvPr>
          <p:cNvSpPr>
            <a:spLocks xmlns:a="http://schemas.openxmlformats.org/drawingml/2006/main" noGrp="1"/>
          </p:cNvSpPr>
          <p:nvPr/>
        </p:nvSpPr>
        <p:spPr>
          <a:xfrm xmlns:a="http://schemas.openxmlformats.org/drawingml/2006/main">
            <a:off x="1009650" y="44196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93371"/>
          </a:bodyPr>
          <a:lstStyle xmlns:a="http://schemas.openxmlformats.org/drawingml/2006/main"/>
          <a:p xmlns:a="http://schemas.openxmlformats.org/drawingml/2006/main">
            <a:pPr algn="l">
              <a:lnSpc>
                <a:spcPct val="105000"/>
              </a:lnSpc>
              <a:buNone/>
              <a:defRPr sz="1275" b="1">
                <a:solidFill>
                  <a:srgbClr val="0B0B0B"/>
                </a:solidFill>
                <a:latin typeface="Noto Sans Khmer"/>
                <a:ea typeface="Noto Sans Khmer"/>
                <a:cs typeface="Noto Sans Khmer"/>
              </a:defRPr>
            </a:pPr>
            <a:r>
              <a:rPr sz="1275" b="1">
                <a:solidFill>
                  <a:srgbClr val="0B0B0B"/>
                </a:solidFill>
                <a:latin typeface="Noto Sans Khmer"/>
                <a:ea typeface="Noto Sans Khmer"/>
                <a:cs typeface="Noto Sans Khmer"/>
              </a:rPr>
              <a:t>Realtime</a:t>
            </a:r>
          </a:p>
        </p:txBody>
      </p:sp>
      <p:sp>
        <p:nvSpPr>
          <p:cNvPr id="22" name="">
            <a:extLst xmlns:a="http://schemas.openxmlformats.org/drawingml/2006/main">
              <a:ext uri="{FF2B5EF4-FFF2-40B4-BE49-F238E27FC236}">
                <a16:creationId xmlns:a16="http://schemas.microsoft.com/office/drawing/2014/main" id="{525FADBA-22F7-467B-869A-484BD9E82A14}"/>
              </a:ext>
            </a:extLst>
          </p:cNvPr>
          <p:cNvSpPr>
            <a:spLocks xmlns:a="http://schemas.openxmlformats.org/drawingml/2006/main" noGrp="1"/>
          </p:cNvSpPr>
          <p:nvPr/>
        </p:nvSpPr>
        <p:spPr>
          <a:xfrm xmlns:a="http://schemas.openxmlformats.org/drawingml/2006/main">
            <a:off x="2552700" y="4400550"/>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5000"/>
              </a:lnSpc>
              <a:buNone/>
              <a:defRPr sz="1125" b="0">
                <a:solidFill>
                  <a:srgbClr val="303030"/>
                </a:solidFill>
                <a:latin typeface="Noto Sans Khmer"/>
                <a:ea typeface="Noto Sans Khmer"/>
                <a:cs typeface="Noto Sans Khmer"/>
              </a:defRPr>
            </a:pPr>
            <a:r>
              <a:rPr sz="1125" b="0">
                <a:solidFill>
                  <a:srgbClr val="303030"/>
                </a:solidFill>
                <a:latin typeface="Noto Sans Khmer"/>
                <a:ea typeface="Noto Sans Khmer"/>
                <a:cs typeface="Noto Sans Khmer"/>
              </a:rPr>
              <a:t>Pusher for live multi-player competitions</a:t>
            </a:r>
          </a:p>
        </p:txBody>
      </p:sp>
      <p:sp>
        <p:nvSpPr>
          <p:cNvPr id="23" name="">
            <a:extLst xmlns:a="http://schemas.openxmlformats.org/drawingml/2006/main">
              <a:ext uri="{FF2B5EF4-FFF2-40B4-BE49-F238E27FC236}">
                <a16:creationId xmlns:a16="http://schemas.microsoft.com/office/drawing/2014/main" id="{D1FE3FB1-AF32-4611-ACA5-8B306363493A}"/>
              </a:ext>
            </a:extLst>
          </p:cNvPr>
          <p:cNvSpPr>
            <a:spLocks xmlns:a="http://schemas.openxmlformats.org/drawingml/2006/main" noGrp="1"/>
          </p:cNvSpPr>
          <p:nvPr/>
        </p:nvSpPr>
        <p:spPr>
          <a:xfrm xmlns:a="http://schemas.openxmlformats.org/drawingml/2006/main">
            <a:off x="6276975" y="1704975"/>
            <a:ext cx="4762500" cy="5905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24" name="">
            <a:extLst xmlns:a="http://schemas.openxmlformats.org/drawingml/2006/main">
              <a:ext uri="{FF2B5EF4-FFF2-40B4-BE49-F238E27FC236}">
                <a16:creationId xmlns:a16="http://schemas.microsoft.com/office/drawing/2014/main" id="{D4DF9A99-2DDE-4204-8348-8AA5867C1D4B}"/>
              </a:ext>
            </a:extLst>
          </p:cNvPr>
          <p:cNvSpPr>
            <a:spLocks xmlns:a="http://schemas.openxmlformats.org/drawingml/2006/main" noGrp="1"/>
          </p:cNvSpPr>
          <p:nvPr/>
        </p:nvSpPr>
        <p:spPr>
          <a:xfrm xmlns:a="http://schemas.openxmlformats.org/drawingml/2006/main">
            <a:off x="6229350" y="1657350"/>
            <a:ext cx="4762500" cy="590550"/>
          </a:xfrm>
          <a:prstGeom xmlns:a="http://schemas.openxmlformats.org/drawingml/2006/main" prst="rect">
            <a:avLst/>
          </a:prstGeom>
          <a:solidFill xmlns:a="http://schemas.openxmlformats.org/drawingml/2006/main">
            <a:srgbClr val="EAB308"/>
          </a:solidFill>
          <a:ln xmlns:a="http://schemas.openxmlformats.org/drawingml/2006/main" w="28575">
            <a:solidFill>
              <a:srgbClr val="0B0B0B"/>
            </a:solidFill>
            <a:prstDash val="solid"/>
          </a:ln>
        </p:spPr>
      </p:sp>
      <p:sp>
        <p:nvSpPr>
          <p:cNvPr id="25" name="">
            <a:extLst xmlns:a="http://schemas.openxmlformats.org/drawingml/2006/main">
              <a:ext uri="{FF2B5EF4-FFF2-40B4-BE49-F238E27FC236}">
                <a16:creationId xmlns:a16="http://schemas.microsoft.com/office/drawing/2014/main" id="{6D18E573-8F21-49F2-863A-3C4056F7DB4D}"/>
              </a:ext>
            </a:extLst>
          </p:cNvPr>
          <p:cNvSpPr>
            <a:spLocks xmlns:a="http://schemas.openxmlformats.org/drawingml/2006/main" noGrp="1"/>
          </p:cNvSpPr>
          <p:nvPr/>
        </p:nvSpPr>
        <p:spPr>
          <a:xfrm xmlns:a="http://schemas.openxmlformats.org/drawingml/2006/main">
            <a:off x="6438900" y="17907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93371"/>
          </a:bodyPr>
          <a:lstStyle xmlns:a="http://schemas.openxmlformats.org/drawingml/2006/main"/>
          <a:p xmlns:a="http://schemas.openxmlformats.org/drawingml/2006/main">
            <a:pPr algn="l">
              <a:lnSpc>
                <a:spcPct val="105000"/>
              </a:lnSpc>
              <a:buNone/>
              <a:defRPr sz="1275" b="1">
                <a:solidFill>
                  <a:srgbClr val="0B0B0B"/>
                </a:solidFill>
                <a:latin typeface="Noto Sans Khmer"/>
                <a:ea typeface="Noto Sans Khmer"/>
                <a:cs typeface="Noto Sans Khmer"/>
              </a:defRPr>
            </a:pPr>
            <a:r>
              <a:rPr sz="1275" b="1">
                <a:solidFill>
                  <a:srgbClr val="0B0B0B"/>
                </a:solidFill>
                <a:latin typeface="Noto Sans Khmer"/>
                <a:ea typeface="Noto Sans Khmer"/>
                <a:cs typeface="Noto Sans Khmer"/>
              </a:rPr>
              <a:t>Payments</a:t>
            </a:r>
          </a:p>
        </p:txBody>
      </p:sp>
      <p:sp>
        <p:nvSpPr>
          <p:cNvPr id="26" name="">
            <a:extLst xmlns:a="http://schemas.openxmlformats.org/drawingml/2006/main">
              <a:ext uri="{FF2B5EF4-FFF2-40B4-BE49-F238E27FC236}">
                <a16:creationId xmlns:a16="http://schemas.microsoft.com/office/drawing/2014/main" id="{745AF58C-A4F4-4D3F-B318-8DB13375A601}"/>
              </a:ext>
            </a:extLst>
          </p:cNvPr>
          <p:cNvSpPr>
            <a:spLocks xmlns:a="http://schemas.openxmlformats.org/drawingml/2006/main" noGrp="1"/>
          </p:cNvSpPr>
          <p:nvPr/>
        </p:nvSpPr>
        <p:spPr>
          <a:xfrm xmlns:a="http://schemas.openxmlformats.org/drawingml/2006/main">
            <a:off x="7981950" y="1771650"/>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5000"/>
              </a:lnSpc>
              <a:buNone/>
              <a:defRPr sz="1125" b="0">
                <a:solidFill>
                  <a:srgbClr val="303030"/>
                </a:solidFill>
                <a:latin typeface="Noto Sans Khmer"/>
                <a:ea typeface="Noto Sans Khmer"/>
                <a:cs typeface="Noto Sans Khmer"/>
              </a:defRPr>
            </a:pPr>
            <a:r>
              <a:rPr sz="1125" b="0">
                <a:solidFill>
                  <a:srgbClr val="303030"/>
                </a:solidFill>
                <a:latin typeface="Noto Sans Khmer"/>
                <a:ea typeface="Noto Sans Khmer"/>
                <a:cs typeface="Noto Sans Khmer"/>
              </a:rPr>
              <a:t>KHQR now, Stripe planned</a:t>
            </a:r>
          </a:p>
        </p:txBody>
      </p:sp>
      <p:sp>
        <p:nvSpPr>
          <p:cNvPr id="27" name="">
            <a:extLst xmlns:a="http://schemas.openxmlformats.org/drawingml/2006/main">
              <a:ext uri="{FF2B5EF4-FFF2-40B4-BE49-F238E27FC236}">
                <a16:creationId xmlns:a16="http://schemas.microsoft.com/office/drawing/2014/main" id="{EC45322C-313D-4C5B-A9F4-C3362FAF46ED}"/>
              </a:ext>
            </a:extLst>
          </p:cNvPr>
          <p:cNvSpPr>
            <a:spLocks xmlns:a="http://schemas.openxmlformats.org/drawingml/2006/main" noGrp="1"/>
          </p:cNvSpPr>
          <p:nvPr/>
        </p:nvSpPr>
        <p:spPr>
          <a:xfrm xmlns:a="http://schemas.openxmlformats.org/drawingml/2006/main">
            <a:off x="6276975" y="2581275"/>
            <a:ext cx="4762500" cy="5905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28" name="">
            <a:extLst xmlns:a="http://schemas.openxmlformats.org/drawingml/2006/main">
              <a:ext uri="{FF2B5EF4-FFF2-40B4-BE49-F238E27FC236}">
                <a16:creationId xmlns:a16="http://schemas.microsoft.com/office/drawing/2014/main" id="{F893EBCF-52E8-46B8-B4C0-1FADCBAC1D79}"/>
              </a:ext>
            </a:extLst>
          </p:cNvPr>
          <p:cNvSpPr>
            <a:spLocks xmlns:a="http://schemas.openxmlformats.org/drawingml/2006/main" noGrp="1"/>
          </p:cNvSpPr>
          <p:nvPr/>
        </p:nvSpPr>
        <p:spPr>
          <a:xfrm xmlns:a="http://schemas.openxmlformats.org/drawingml/2006/main">
            <a:off x="6229350" y="2533650"/>
            <a:ext cx="4762500" cy="59055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29" name="">
            <a:extLst xmlns:a="http://schemas.openxmlformats.org/drawingml/2006/main">
              <a:ext uri="{FF2B5EF4-FFF2-40B4-BE49-F238E27FC236}">
                <a16:creationId xmlns:a16="http://schemas.microsoft.com/office/drawing/2014/main" id="{83112726-2185-4E95-A110-8F26953F6EB1}"/>
              </a:ext>
            </a:extLst>
          </p:cNvPr>
          <p:cNvSpPr>
            <a:spLocks xmlns:a="http://schemas.openxmlformats.org/drawingml/2006/main" noGrp="1"/>
          </p:cNvSpPr>
          <p:nvPr/>
        </p:nvSpPr>
        <p:spPr>
          <a:xfrm xmlns:a="http://schemas.openxmlformats.org/drawingml/2006/main">
            <a:off x="6438900" y="26670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93371"/>
          </a:bodyPr>
          <a:lstStyle xmlns:a="http://schemas.openxmlformats.org/drawingml/2006/main"/>
          <a:p xmlns:a="http://schemas.openxmlformats.org/drawingml/2006/main">
            <a:pPr algn="l">
              <a:lnSpc>
                <a:spcPct val="105000"/>
              </a:lnSpc>
              <a:buNone/>
              <a:defRPr sz="1275" b="1">
                <a:solidFill>
                  <a:srgbClr val="0B0B0B"/>
                </a:solidFill>
                <a:latin typeface="Noto Sans Khmer"/>
                <a:ea typeface="Noto Sans Khmer"/>
                <a:cs typeface="Noto Sans Khmer"/>
              </a:defRPr>
            </a:pPr>
            <a:r>
              <a:rPr sz="1275" b="1">
                <a:solidFill>
                  <a:srgbClr val="0B0B0B"/>
                </a:solidFill>
                <a:latin typeface="Noto Sans Khmer"/>
                <a:ea typeface="Noto Sans Khmer"/>
                <a:cs typeface="Noto Sans Khmer"/>
              </a:rPr>
              <a:t>Security</a:t>
            </a:r>
          </a:p>
        </p:txBody>
      </p:sp>
      <p:sp>
        <p:nvSpPr>
          <p:cNvPr id="30" name="">
            <a:extLst xmlns:a="http://schemas.openxmlformats.org/drawingml/2006/main">
              <a:ext uri="{FF2B5EF4-FFF2-40B4-BE49-F238E27FC236}">
                <a16:creationId xmlns:a16="http://schemas.microsoft.com/office/drawing/2014/main" id="{79878949-14E8-4A9D-9DFC-942A1286B986}"/>
              </a:ext>
            </a:extLst>
          </p:cNvPr>
          <p:cNvSpPr>
            <a:spLocks xmlns:a="http://schemas.openxmlformats.org/drawingml/2006/main" noGrp="1"/>
          </p:cNvSpPr>
          <p:nvPr/>
        </p:nvSpPr>
        <p:spPr>
          <a:xfrm xmlns:a="http://schemas.openxmlformats.org/drawingml/2006/main">
            <a:off x="7981950" y="2647950"/>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88830"/>
          </a:bodyPr>
          <a:lstStyle xmlns:a="http://schemas.openxmlformats.org/drawingml/2006/main"/>
          <a:p xmlns:a="http://schemas.openxmlformats.org/drawingml/2006/main">
            <a:pPr algn="l">
              <a:lnSpc>
                <a:spcPct val="105000"/>
              </a:lnSpc>
              <a:buNone/>
              <a:defRPr sz="1125" b="0">
                <a:solidFill>
                  <a:srgbClr val="303030"/>
                </a:solidFill>
                <a:latin typeface="Noto Sans Khmer"/>
                <a:ea typeface="Noto Sans Khmer"/>
                <a:cs typeface="Noto Sans Khmer"/>
              </a:defRPr>
            </a:pPr>
            <a:r>
              <a:rPr sz="1125" b="0">
                <a:solidFill>
                  <a:srgbClr val="303030"/>
                </a:solidFill>
                <a:latin typeface="Noto Sans Khmer"/>
                <a:ea typeface="Noto Sans Khmer"/>
                <a:cs typeface="Noto Sans Khmer"/>
              </a:rPr>
              <a:t>JWT, TOTP 2FA, HTTPS/TLS, Cambodia PDPA</a:t>
            </a:r>
          </a:p>
        </p:txBody>
      </p:sp>
      <p:sp>
        <p:nvSpPr>
          <p:cNvPr id="31" name="">
            <a:extLst xmlns:a="http://schemas.openxmlformats.org/drawingml/2006/main">
              <a:ext uri="{FF2B5EF4-FFF2-40B4-BE49-F238E27FC236}">
                <a16:creationId xmlns:a16="http://schemas.microsoft.com/office/drawing/2014/main" id="{37B2540B-C157-4D1A-820B-C354AF4A7D66}"/>
              </a:ext>
            </a:extLst>
          </p:cNvPr>
          <p:cNvSpPr>
            <a:spLocks xmlns:a="http://schemas.openxmlformats.org/drawingml/2006/main" noGrp="1"/>
          </p:cNvSpPr>
          <p:nvPr/>
        </p:nvSpPr>
        <p:spPr>
          <a:xfrm xmlns:a="http://schemas.openxmlformats.org/drawingml/2006/main">
            <a:off x="6276975" y="3457575"/>
            <a:ext cx="4762500" cy="5905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32" name="">
            <a:extLst xmlns:a="http://schemas.openxmlformats.org/drawingml/2006/main">
              <a:ext uri="{FF2B5EF4-FFF2-40B4-BE49-F238E27FC236}">
                <a16:creationId xmlns:a16="http://schemas.microsoft.com/office/drawing/2014/main" id="{450D1BF6-4302-4AC4-8BC6-84DFCDFB6BB6}"/>
              </a:ext>
            </a:extLst>
          </p:cNvPr>
          <p:cNvSpPr>
            <a:spLocks xmlns:a="http://schemas.openxmlformats.org/drawingml/2006/main" noGrp="1"/>
          </p:cNvSpPr>
          <p:nvPr/>
        </p:nvSpPr>
        <p:spPr>
          <a:xfrm xmlns:a="http://schemas.openxmlformats.org/drawingml/2006/main">
            <a:off x="6229350" y="3409950"/>
            <a:ext cx="4762500" cy="590550"/>
          </a:xfrm>
          <a:prstGeom xmlns:a="http://schemas.openxmlformats.org/drawingml/2006/main" prst="rect">
            <a:avLst/>
          </a:prstGeom>
          <a:solidFill xmlns:a="http://schemas.openxmlformats.org/drawingml/2006/main">
            <a:srgbClr val="EAB308"/>
          </a:solidFill>
          <a:ln xmlns:a="http://schemas.openxmlformats.org/drawingml/2006/main" w="28575">
            <a:solidFill>
              <a:srgbClr val="0B0B0B"/>
            </a:solidFill>
            <a:prstDash val="solid"/>
          </a:ln>
        </p:spPr>
      </p:sp>
      <p:sp>
        <p:nvSpPr>
          <p:cNvPr id="33" name="">
            <a:extLst xmlns:a="http://schemas.openxmlformats.org/drawingml/2006/main">
              <a:ext uri="{FF2B5EF4-FFF2-40B4-BE49-F238E27FC236}">
                <a16:creationId xmlns:a16="http://schemas.microsoft.com/office/drawing/2014/main" id="{0B111332-595D-49B0-BC0F-5D4758283E2B}"/>
              </a:ext>
            </a:extLst>
          </p:cNvPr>
          <p:cNvSpPr>
            <a:spLocks xmlns:a="http://schemas.openxmlformats.org/drawingml/2006/main" noGrp="1"/>
          </p:cNvSpPr>
          <p:nvPr/>
        </p:nvSpPr>
        <p:spPr>
          <a:xfrm xmlns:a="http://schemas.openxmlformats.org/drawingml/2006/main">
            <a:off x="6438900" y="35433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93371"/>
          </a:bodyPr>
          <a:lstStyle xmlns:a="http://schemas.openxmlformats.org/drawingml/2006/main"/>
          <a:p xmlns:a="http://schemas.openxmlformats.org/drawingml/2006/main">
            <a:pPr algn="l">
              <a:lnSpc>
                <a:spcPct val="105000"/>
              </a:lnSpc>
              <a:buNone/>
              <a:defRPr sz="1275" b="1">
                <a:solidFill>
                  <a:srgbClr val="0B0B0B"/>
                </a:solidFill>
                <a:latin typeface="Noto Sans Khmer"/>
                <a:ea typeface="Noto Sans Khmer"/>
                <a:cs typeface="Noto Sans Khmer"/>
              </a:defRPr>
            </a:pPr>
            <a:r>
              <a:rPr sz="1275" b="1">
                <a:solidFill>
                  <a:srgbClr val="0B0B0B"/>
                </a:solidFill>
                <a:latin typeface="Noto Sans Khmer"/>
                <a:ea typeface="Noto Sans Khmer"/>
                <a:cs typeface="Noto Sans Khmer"/>
              </a:rPr>
              <a:t>Media/Maps</a:t>
            </a:r>
          </a:p>
        </p:txBody>
      </p:sp>
      <p:sp>
        <p:nvSpPr>
          <p:cNvPr id="34" name="">
            <a:extLst xmlns:a="http://schemas.openxmlformats.org/drawingml/2006/main">
              <a:ext uri="{FF2B5EF4-FFF2-40B4-BE49-F238E27FC236}">
                <a16:creationId xmlns:a16="http://schemas.microsoft.com/office/drawing/2014/main" id="{13CABA4A-20D3-4D38-9103-13744E07ADC0}"/>
              </a:ext>
            </a:extLst>
          </p:cNvPr>
          <p:cNvSpPr>
            <a:spLocks xmlns:a="http://schemas.openxmlformats.org/drawingml/2006/main" noGrp="1"/>
          </p:cNvSpPr>
          <p:nvPr/>
        </p:nvSpPr>
        <p:spPr>
          <a:xfrm xmlns:a="http://schemas.openxmlformats.org/drawingml/2006/main">
            <a:off x="7981950" y="3524250"/>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5000"/>
              </a:lnSpc>
              <a:buNone/>
              <a:defRPr sz="1125" b="0">
                <a:solidFill>
                  <a:srgbClr val="303030"/>
                </a:solidFill>
                <a:latin typeface="Noto Sans Khmer"/>
                <a:ea typeface="Noto Sans Khmer"/>
                <a:cs typeface="Noto Sans Khmer"/>
              </a:defRPr>
            </a:pPr>
            <a:r>
              <a:rPr sz="1125" b="0">
                <a:solidFill>
                  <a:srgbClr val="303030"/>
                </a:solidFill>
                <a:latin typeface="Noto Sans Khmer"/>
                <a:ea typeface="Noto Sans Khmer"/>
                <a:cs typeface="Noto Sans Khmer"/>
              </a:rPr>
              <a:t>next-intl, Cloudinary, Mapbox</a:t>
            </a:r>
          </a:p>
        </p:txBody>
      </p:sp>
      <p:sp>
        <p:nvSpPr>
          <p:cNvPr id="35" name="">
            <a:extLst xmlns:a="http://schemas.openxmlformats.org/drawingml/2006/main">
              <a:ext uri="{FF2B5EF4-FFF2-40B4-BE49-F238E27FC236}">
                <a16:creationId xmlns:a16="http://schemas.microsoft.com/office/drawing/2014/main" id="{0AB88E7F-451F-4EB1-AC0F-F7E0CE0059BA}"/>
              </a:ext>
            </a:extLst>
          </p:cNvPr>
          <p:cNvSpPr>
            <a:spLocks xmlns:a="http://schemas.openxmlformats.org/drawingml/2006/main" noGrp="1"/>
          </p:cNvSpPr>
          <p:nvPr/>
        </p:nvSpPr>
        <p:spPr>
          <a:xfrm xmlns:a="http://schemas.openxmlformats.org/drawingml/2006/main">
            <a:off x="1809750" y="5524500"/>
            <a:ext cx="8686800" cy="49530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36" name="">
            <a:extLst xmlns:a="http://schemas.openxmlformats.org/drawingml/2006/main">
              <a:ext uri="{FF2B5EF4-FFF2-40B4-BE49-F238E27FC236}">
                <a16:creationId xmlns:a16="http://schemas.microsoft.com/office/drawing/2014/main" id="{85DA057A-4D31-47D9-BFC9-4BFB609209DB}"/>
              </a:ext>
            </a:extLst>
          </p:cNvPr>
          <p:cNvSpPr>
            <a:spLocks xmlns:a="http://schemas.openxmlformats.org/drawingml/2006/main" noGrp="1"/>
          </p:cNvSpPr>
          <p:nvPr/>
        </p:nvSpPr>
        <p:spPr>
          <a:xfrm xmlns:a="http://schemas.openxmlformats.org/drawingml/2006/main">
            <a:off x="1752600" y="5467350"/>
            <a:ext cx="8686800" cy="495300"/>
          </a:xfrm>
          <a:prstGeom xmlns:a="http://schemas.openxmlformats.org/drawingml/2006/main" prst="rect">
            <a:avLst/>
          </a:prstGeom>
          <a:solidFill xmlns:a="http://schemas.openxmlformats.org/drawingml/2006/main">
            <a:srgbClr val="0B0B0B"/>
          </a:solidFill>
          <a:ln xmlns:a="http://schemas.openxmlformats.org/drawingml/2006/main" w="28575">
            <a:solidFill>
              <a:srgbClr val="0B0B0B"/>
            </a:solidFill>
            <a:prstDash val="solid"/>
          </a:ln>
        </p:spPr>
      </p:sp>
      <p:sp>
        <p:nvSpPr>
          <p:cNvPr id="37" name="">
            <a:extLst xmlns:a="http://schemas.openxmlformats.org/drawingml/2006/main">
              <a:ext uri="{FF2B5EF4-FFF2-40B4-BE49-F238E27FC236}">
                <a16:creationId xmlns:a16="http://schemas.microsoft.com/office/drawing/2014/main" id="{1BDDFE4F-07F5-4D5B-B926-0CD5D67AA4C5}"/>
              </a:ext>
            </a:extLst>
          </p:cNvPr>
          <p:cNvSpPr>
            <a:spLocks xmlns:a="http://schemas.openxmlformats.org/drawingml/2006/main" noGrp="1"/>
          </p:cNvSpPr>
          <p:nvPr/>
        </p:nvSpPr>
        <p:spPr>
          <a:xfrm xmlns:a="http://schemas.openxmlformats.org/drawingml/2006/main">
            <a:off x="2000250" y="5591175"/>
            <a:ext cx="819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75188"/>
          </a:bodyPr>
          <a:lstStyle xmlns:a="http://schemas.openxmlformats.org/drawingml/2006/main"/>
          <a:p xmlns:a="http://schemas.openxmlformats.org/drawingml/2006/main">
            <a:pPr algn="ctr">
              <a:lnSpc>
                <a:spcPct val="105000"/>
              </a:lnSpc>
              <a:buNone/>
              <a:defRPr sz="1425" b="1">
                <a:solidFill>
                  <a:srgbClr val="EAB308"/>
                </a:solidFill>
                <a:latin typeface="Noto Sans Khmer"/>
                <a:ea typeface="Noto Sans Khmer"/>
                <a:cs typeface="Noto Sans Khmer"/>
              </a:defRPr>
            </a:pPr>
            <a:r>
              <a:rPr sz="1425" b="1">
                <a:solidFill>
                  <a:srgbClr val="EAB308"/>
                </a:solidFill>
                <a:latin typeface="Noto Sans Khmer"/>
                <a:ea typeface="Noto Sans Khmer"/>
                <a:cs typeface="Noto Sans Khmer"/>
              </a:rPr>
              <a:t>Talking point: tech is not decoration; it reduces friction for mobile users and rural connectivity.</a:t>
            </a:r>
          </a:p>
        </p:txBody>
      </p:sp>
    </p:spTree>
    <p:extLst>
      <p:ext uri="{BB962C8B-B14F-4D97-AF65-F5344CB8AC3E}">
        <p14:creationId xmlns:p14="http://schemas.microsoft.com/office/powerpoint/2010/main" val="465427273"/>
      </p:ext>
    </p:extLst>
  </p:cSld>
</p:sld>
</file>

<file path=ppt/slides/slide11.xml><?xml version="1.0" encoding="utf-8"?>
<p:sld xmlns:p="http://schemas.openxmlformats.org/presentationml/2006/main">
  <p:cSld>
    <p:bg>
      <p:bgPr>
        <a:solidFill xmlns:a="http://schemas.openxmlformats.org/drawingml/2006/main">
          <a:srgbClr val="FFF8D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E31FD49-F5F5-47A0-A4D8-2D013934D5E7}"/>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EAB308"/>
          </a:solidFill>
          <a:ln xmlns:a="http://schemas.openxmlformats.org/drawingml/2006/main" w="0">
            <a:solidFill>
              <a:srgbClr val="0B0B0B"/>
            </a:solidFill>
            <a:prstDash val="solid"/>
          </a:ln>
        </p:spPr>
      </p:sp>
      <p:sp>
        <p:nvSpPr>
          <p:cNvPr id="2" name="">
            <a:extLst xmlns:a="http://schemas.openxmlformats.org/drawingml/2006/main">
              <a:ext uri="{FF2B5EF4-FFF2-40B4-BE49-F238E27FC236}">
                <a16:creationId xmlns:a16="http://schemas.microsoft.com/office/drawing/2014/main" id="{76B0C63B-57C5-4CFA-B7DE-F9A7A32A007E}"/>
              </a:ext>
            </a:extLst>
          </p:cNvPr>
          <p:cNvSpPr>
            <a:spLocks xmlns:a="http://schemas.openxmlformats.org/drawingml/2006/main" noGrp="1"/>
          </p:cNvSpPr>
          <p:nvPr/>
        </p:nvSpPr>
        <p:spPr>
          <a:xfrm xmlns:a="http://schemas.openxmlformats.org/drawingml/2006/main">
            <a:off x="0" y="6686550"/>
            <a:ext cx="12192000" cy="1714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3" name="">
            <a:extLst xmlns:a="http://schemas.openxmlformats.org/drawingml/2006/main">
              <a:ext uri="{FF2B5EF4-FFF2-40B4-BE49-F238E27FC236}">
                <a16:creationId xmlns:a16="http://schemas.microsoft.com/office/drawing/2014/main" id="{212D6ADB-3C16-4BB4-8CC2-0E4D2416C295}"/>
              </a:ext>
            </a:extLst>
          </p:cNvPr>
          <p:cNvSpPr>
            <a:spLocks xmlns:a="http://schemas.openxmlformats.org/drawingml/2006/main" noGrp="1"/>
          </p:cNvSpPr>
          <p:nvPr/>
        </p:nvSpPr>
        <p:spPr>
          <a:xfrm xmlns:a="http://schemas.openxmlformats.org/drawingml/2006/main">
            <a:off x="514350" y="2857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5000"/>
              </a:lnSpc>
              <a:buNone/>
              <a:defRPr sz="975" b="1">
                <a:solidFill>
                  <a:srgbClr val="0B0B0B"/>
                </a:solidFill>
                <a:latin typeface="Noto Sans Khmer"/>
                <a:ea typeface="Noto Sans Khmer"/>
                <a:cs typeface="Noto Sans Khmer"/>
              </a:defRPr>
            </a:pPr>
            <a:r>
              <a:rPr sz="975" b="1">
                <a:solidFill>
                  <a:srgbClr val="0B0B0B"/>
                </a:solidFill>
                <a:latin typeface="Noto Sans Khmer"/>
                <a:ea typeface="Noto Sans Khmer"/>
                <a:cs typeface="Noto Sans Khmer"/>
              </a:rPr>
              <a:t>KWD USER ADOPTION PLAN</a:t>
            </a:r>
          </a:p>
        </p:txBody>
      </p:sp>
      <p:sp>
        <p:nvSpPr>
          <p:cNvPr id="4" name="">
            <a:extLst xmlns:a="http://schemas.openxmlformats.org/drawingml/2006/main">
              <a:ext uri="{FF2B5EF4-FFF2-40B4-BE49-F238E27FC236}">
                <a16:creationId xmlns:a16="http://schemas.microsoft.com/office/drawing/2014/main" id="{CE9B49AF-2640-4992-9939-C722E260B619}"/>
              </a:ext>
            </a:extLst>
          </p:cNvPr>
          <p:cNvSpPr>
            <a:spLocks xmlns:a="http://schemas.openxmlformats.org/drawingml/2006/main" noGrp="1"/>
          </p:cNvSpPr>
          <p:nvPr/>
        </p:nvSpPr>
        <p:spPr>
          <a:xfrm xmlns:a="http://schemas.openxmlformats.org/drawingml/2006/main">
            <a:off x="11163300" y="266700"/>
            <a:ext cx="514350" cy="323850"/>
          </a:xfrm>
          <a:prstGeom xmlns:a="http://schemas.openxmlformats.org/drawingml/2006/main" prst="rect">
            <a:avLst/>
          </a:prstGeom>
          <a:solidFill xmlns:a="http://schemas.openxmlformats.org/drawingml/2006/main">
            <a:srgbClr val="EAB308"/>
          </a:solidFill>
          <a:ln xmlns:a="http://schemas.openxmlformats.org/drawingml/2006/main" w="28575">
            <a:solidFill>
              <a:srgbClr val="0B0B0B"/>
            </a:solid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lnSpc>
                <a:spcPct val="105000"/>
              </a:lnSpc>
              <a:buNone/>
              <a:defRPr sz="1350" b="1">
                <a:solidFill>
                  <a:srgbClr val="0B0B0B"/>
                </a:solidFill>
                <a:latin typeface="Noto Sans Khmer"/>
                <a:ea typeface="Noto Sans Khmer"/>
                <a:cs typeface="Noto Sans Khmer"/>
              </a:defRPr>
            </a:pPr>
            <a:r>
              <a:rPr sz="1350" b="1">
                <a:solidFill>
                  <a:srgbClr val="0B0B0B"/>
                </a:solidFill>
                <a:latin typeface="Noto Sans Khmer"/>
                <a:ea typeface="Noto Sans Khmer"/>
                <a:cs typeface="Noto Sans Khmer"/>
              </a:rPr>
              <a:t>11</a:t>
            </a:r>
          </a:p>
        </p:txBody>
      </p:sp>
      <p:sp>
        <p:nvSpPr>
          <p:cNvPr id="5" name="">
            <a:extLst xmlns:a="http://schemas.openxmlformats.org/drawingml/2006/main">
              <a:ext uri="{FF2B5EF4-FFF2-40B4-BE49-F238E27FC236}">
                <a16:creationId xmlns:a16="http://schemas.microsoft.com/office/drawing/2014/main" id="{1BF97DBD-B48F-4C32-B915-14C610274B5A}"/>
              </a:ext>
            </a:extLst>
          </p:cNvPr>
          <p:cNvSpPr>
            <a:spLocks xmlns:a="http://schemas.openxmlformats.org/drawingml/2006/main" noGrp="1"/>
          </p:cNvSpPr>
          <p:nvPr/>
        </p:nvSpPr>
        <p:spPr>
          <a:xfrm xmlns:a="http://schemas.openxmlformats.org/drawingml/2006/main">
            <a:off x="514350" y="609600"/>
            <a:ext cx="8096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98000"/>
              </a:lnSpc>
              <a:buNone/>
              <a:defRPr sz="2850" b="1">
                <a:solidFill>
                  <a:srgbClr val="0B0B0B"/>
                </a:solidFill>
                <a:latin typeface="Noto Sans Khmer"/>
                <a:ea typeface="Noto Sans Khmer"/>
                <a:cs typeface="Noto Sans Khmer"/>
              </a:defRPr>
            </a:pPr>
            <a:r>
              <a:rPr sz="2850" b="1">
                <a:solidFill>
                  <a:srgbClr val="0B0B0B"/>
                </a:solidFill>
                <a:latin typeface="Noto Sans Khmer"/>
                <a:ea typeface="Noto Sans Khmer"/>
                <a:cs typeface="Noto Sans Khmer"/>
              </a:rPr>
              <a:t>តម្លៃ និង Upgrade Logic</a:t>
            </a:r>
          </a:p>
        </p:txBody>
      </p:sp>
      <p:sp>
        <p:nvSpPr>
          <p:cNvPr id="6" name="">
            <a:extLst xmlns:a="http://schemas.openxmlformats.org/drawingml/2006/main">
              <a:ext uri="{FF2B5EF4-FFF2-40B4-BE49-F238E27FC236}">
                <a16:creationId xmlns:a16="http://schemas.microsoft.com/office/drawing/2014/main" id="{828CD395-6DAE-461D-B03B-E9A64C686564}"/>
              </a:ext>
            </a:extLst>
          </p:cNvPr>
          <p:cNvSpPr>
            <a:spLocks xmlns:a="http://schemas.openxmlformats.org/drawingml/2006/main" noGrp="1"/>
          </p:cNvSpPr>
          <p:nvPr/>
        </p:nvSpPr>
        <p:spPr>
          <a:xfrm xmlns:a="http://schemas.openxmlformats.org/drawingml/2006/main">
            <a:off x="552450" y="1276350"/>
            <a:ext cx="790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5000"/>
              </a:lnSpc>
              <a:buNone/>
              <a:defRPr sz="1275" b="0">
                <a:solidFill>
                  <a:srgbClr val="383838"/>
                </a:solidFill>
                <a:latin typeface="Noto Sans Khmer"/>
                <a:ea typeface="Noto Sans Khmer"/>
                <a:cs typeface="Noto Sans Khmer"/>
              </a:defRPr>
            </a:pPr>
            <a:r>
              <a:rPr sz="1275" b="0">
                <a:solidFill>
                  <a:srgbClr val="383838"/>
                </a:solidFill>
                <a:latin typeface="Noto Sans Khmer"/>
                <a:ea typeface="Noto Sans Khmer"/>
                <a:cs typeface="Noto Sans Khmer"/>
              </a:rPr>
              <a:t>The free tier drives learning; paid tiers unlock tracking, scale, and institution workflows.</a:t>
            </a:r>
          </a:p>
        </p:txBody>
      </p:sp>
      <p:sp>
        <p:nvSpPr>
          <p:cNvPr id="7" name="">
            <a:extLst xmlns:a="http://schemas.openxmlformats.org/drawingml/2006/main">
              <a:ext uri="{FF2B5EF4-FFF2-40B4-BE49-F238E27FC236}">
                <a16:creationId xmlns:a16="http://schemas.microsoft.com/office/drawing/2014/main" id="{1AE6FF1B-DF0F-4D76-B6C6-A9A3B5E42583}"/>
              </a:ext>
            </a:extLst>
          </p:cNvPr>
          <p:cNvSpPr>
            <a:spLocks xmlns:a="http://schemas.openxmlformats.org/drawingml/2006/main" noGrp="1"/>
          </p:cNvSpPr>
          <p:nvPr/>
        </p:nvSpPr>
        <p:spPr>
          <a:xfrm xmlns:a="http://schemas.openxmlformats.org/drawingml/2006/main">
            <a:off x="600075" y="1800225"/>
            <a:ext cx="1905000" cy="29527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8" name="">
            <a:extLst xmlns:a="http://schemas.openxmlformats.org/drawingml/2006/main">
              <a:ext uri="{FF2B5EF4-FFF2-40B4-BE49-F238E27FC236}">
                <a16:creationId xmlns:a16="http://schemas.microsoft.com/office/drawing/2014/main" id="{4A87C407-65AC-4DF8-B6F4-FE5D2E3F440D}"/>
              </a:ext>
            </a:extLst>
          </p:cNvPr>
          <p:cNvSpPr>
            <a:spLocks xmlns:a="http://schemas.openxmlformats.org/drawingml/2006/main" noGrp="1"/>
          </p:cNvSpPr>
          <p:nvPr/>
        </p:nvSpPr>
        <p:spPr>
          <a:xfrm xmlns:a="http://schemas.openxmlformats.org/drawingml/2006/main">
            <a:off x="552450" y="1752600"/>
            <a:ext cx="1905000" cy="2952750"/>
          </a:xfrm>
          <a:prstGeom xmlns:a="http://schemas.openxmlformats.org/drawingml/2006/main" prst="rect">
            <a:avLst/>
          </a:prstGeom>
          <a:solidFill xmlns:a="http://schemas.openxmlformats.org/drawingml/2006/main">
            <a:srgbClr val="EAB308"/>
          </a:solidFill>
          <a:ln xmlns:a="http://schemas.openxmlformats.org/drawingml/2006/main" w="28575">
            <a:solidFill>
              <a:srgbClr val="0B0B0B"/>
            </a:solidFill>
            <a:prstDash val="solid"/>
          </a:ln>
        </p:spPr>
      </p:sp>
      <p:sp>
        <p:nvSpPr>
          <p:cNvPr id="9" name="">
            <a:extLst xmlns:a="http://schemas.openxmlformats.org/drawingml/2006/main">
              <a:ext uri="{FF2B5EF4-FFF2-40B4-BE49-F238E27FC236}">
                <a16:creationId xmlns:a16="http://schemas.microsoft.com/office/drawing/2014/main" id="{C2B15D5A-B631-4A28-B6E8-42F68FA181CF}"/>
              </a:ext>
            </a:extLst>
          </p:cNvPr>
          <p:cNvSpPr>
            <a:spLocks xmlns:a="http://schemas.openxmlformats.org/drawingml/2006/main" noGrp="1"/>
          </p:cNvSpPr>
          <p:nvPr/>
        </p:nvSpPr>
        <p:spPr>
          <a:xfrm xmlns:a="http://schemas.openxmlformats.org/drawingml/2006/main">
            <a:off x="666750" y="1924050"/>
            <a:ext cx="1676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ctr">
              <a:lnSpc>
                <a:spcPct val="105000"/>
              </a:lnSpc>
              <a:buNone/>
              <a:defRPr sz="1650" b="1">
                <a:solidFill>
                  <a:srgbClr val="0B0B0B"/>
                </a:solidFill>
                <a:latin typeface="Noto Sans Khmer"/>
                <a:ea typeface="Noto Sans Khmer"/>
                <a:cs typeface="Noto Sans Khmer"/>
              </a:defRPr>
            </a:pPr>
            <a:r>
              <a:rPr sz="1650" b="1">
                <a:solidFill>
                  <a:srgbClr val="0B0B0B"/>
                </a:solidFill>
                <a:latin typeface="Noto Sans Khmer"/>
                <a:ea typeface="Noto Sans Khmer"/>
                <a:cs typeface="Noto Sans Khmer"/>
              </a:rPr>
              <a:t>Free</a:t>
            </a:r>
          </a:p>
        </p:txBody>
      </p:sp>
      <p:sp>
        <p:nvSpPr>
          <p:cNvPr id="10" name="">
            <a:extLst xmlns:a="http://schemas.openxmlformats.org/drawingml/2006/main">
              <a:ext uri="{FF2B5EF4-FFF2-40B4-BE49-F238E27FC236}">
                <a16:creationId xmlns:a16="http://schemas.microsoft.com/office/drawing/2014/main" id="{45076092-8332-4A98-93FC-30DA27A3EE4A}"/>
              </a:ext>
            </a:extLst>
          </p:cNvPr>
          <p:cNvSpPr>
            <a:spLocks xmlns:a="http://schemas.openxmlformats.org/drawingml/2006/main" noGrp="1"/>
          </p:cNvSpPr>
          <p:nvPr/>
        </p:nvSpPr>
        <p:spPr>
          <a:xfrm xmlns:a="http://schemas.openxmlformats.org/drawingml/2006/main">
            <a:off x="723900" y="2457450"/>
            <a:ext cx="1562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ctr">
              <a:lnSpc>
                <a:spcPct val="105000"/>
              </a:lnSpc>
              <a:buNone/>
              <a:defRPr sz="1950" b="1">
                <a:solidFill>
                  <a:srgbClr val="0B0B0B"/>
                </a:solidFill>
                <a:latin typeface="Noto Sans Khmer"/>
                <a:ea typeface="Noto Sans Khmer"/>
                <a:cs typeface="Noto Sans Khmer"/>
              </a:defRPr>
            </a:pPr>
            <a:r>
              <a:rPr sz="1950" b="1">
                <a:solidFill>
                  <a:srgbClr val="0B0B0B"/>
                </a:solidFill>
                <a:latin typeface="Noto Sans Khmer"/>
                <a:ea typeface="Noto Sans Khmer"/>
                <a:cs typeface="Noto Sans Khmer"/>
              </a:rPr>
              <a:t>$0</a:t>
            </a:r>
          </a:p>
        </p:txBody>
      </p:sp>
      <p:sp>
        <p:nvSpPr>
          <p:cNvPr id="11" name="">
            <a:extLst xmlns:a="http://schemas.openxmlformats.org/drawingml/2006/main">
              <a:ext uri="{FF2B5EF4-FFF2-40B4-BE49-F238E27FC236}">
                <a16:creationId xmlns:a16="http://schemas.microsoft.com/office/drawing/2014/main" id="{531F256C-562D-4981-8626-6A4D028C3B2A}"/>
              </a:ext>
            </a:extLst>
          </p:cNvPr>
          <p:cNvSpPr>
            <a:spLocks xmlns:a="http://schemas.openxmlformats.org/drawingml/2006/main" noGrp="1"/>
          </p:cNvSpPr>
          <p:nvPr/>
        </p:nvSpPr>
        <p:spPr>
          <a:xfrm xmlns:a="http://schemas.openxmlformats.org/drawingml/2006/main">
            <a:off x="704850" y="3048000"/>
            <a:ext cx="1600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ctr">
              <a:lnSpc>
                <a:spcPct val="105000"/>
              </a:lnSpc>
              <a:buNone/>
              <a:defRPr sz="1200" b="1">
                <a:solidFill>
                  <a:srgbClr val="2563EB"/>
                </a:solidFill>
                <a:latin typeface="Noto Sans Khmer"/>
                <a:ea typeface="Noto Sans Khmer"/>
                <a:cs typeface="Noto Sans Khmer"/>
              </a:defRPr>
            </a:pPr>
            <a:r>
              <a:rPr sz="1200" b="1">
                <a:solidFill>
                  <a:srgbClr val="2563EB"/>
                </a:solidFill>
                <a:latin typeface="Noto Sans Khmer"/>
                <a:ea typeface="Noto Sans Khmer"/>
                <a:cs typeface="Noto Sans Khmer"/>
              </a:rPr>
              <a:t>Students</a:t>
            </a:r>
          </a:p>
        </p:txBody>
      </p:sp>
      <p:sp>
        <p:nvSpPr>
          <p:cNvPr id="12" name="">
            <a:extLst xmlns:a="http://schemas.openxmlformats.org/drawingml/2006/main">
              <a:ext uri="{FF2B5EF4-FFF2-40B4-BE49-F238E27FC236}">
                <a16:creationId xmlns:a16="http://schemas.microsoft.com/office/drawing/2014/main" id="{5306455A-D476-42D2-8DE0-991F5034233E}"/>
              </a:ext>
            </a:extLst>
          </p:cNvPr>
          <p:cNvSpPr>
            <a:spLocks xmlns:a="http://schemas.openxmlformats.org/drawingml/2006/main" noGrp="1"/>
          </p:cNvSpPr>
          <p:nvPr/>
        </p:nvSpPr>
        <p:spPr>
          <a:xfrm xmlns:a="http://schemas.openxmlformats.org/drawingml/2006/main">
            <a:off x="704850" y="3543300"/>
            <a:ext cx="16002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ctr">
              <a:lnSpc>
                <a:spcPct val="108000"/>
              </a:lnSpc>
              <a:buNone/>
              <a:defRPr sz="1050" b="0">
                <a:solidFill>
                  <a:srgbClr val="0B0B0B"/>
                </a:solidFill>
                <a:latin typeface="Noto Sans Khmer"/>
                <a:ea typeface="Noto Sans Khmer"/>
                <a:cs typeface="Noto Sans Khmer"/>
              </a:defRPr>
            </a:pPr>
            <a:r>
              <a:rPr sz="1050" b="0">
                <a:solidFill>
                  <a:srgbClr val="0B0B0B"/>
                </a:solidFill>
                <a:latin typeface="Noto Sans Khmer"/>
                <a:ea typeface="Noto Sans Khmer"/>
                <a:cs typeface="Noto Sans Khmer"/>
              </a:rPr>
              <a:t>Basic learning, practice, and games</a:t>
            </a:r>
          </a:p>
        </p:txBody>
      </p:sp>
      <p:sp>
        <p:nvSpPr>
          <p:cNvPr id="13" name="">
            <a:extLst xmlns:a="http://schemas.openxmlformats.org/drawingml/2006/main">
              <a:ext uri="{FF2B5EF4-FFF2-40B4-BE49-F238E27FC236}">
                <a16:creationId xmlns:a16="http://schemas.microsoft.com/office/drawing/2014/main" id="{450D1B44-79FE-45AE-BC6C-B133F4AAF845}"/>
              </a:ext>
            </a:extLst>
          </p:cNvPr>
          <p:cNvSpPr>
            <a:spLocks xmlns:a="http://schemas.openxmlformats.org/drawingml/2006/main" noGrp="1"/>
          </p:cNvSpPr>
          <p:nvPr/>
        </p:nvSpPr>
        <p:spPr>
          <a:xfrm xmlns:a="http://schemas.openxmlformats.org/drawingml/2006/main">
            <a:off x="2886075" y="1800225"/>
            <a:ext cx="1905000" cy="29527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14" name="">
            <a:extLst xmlns:a="http://schemas.openxmlformats.org/drawingml/2006/main">
              <a:ext uri="{FF2B5EF4-FFF2-40B4-BE49-F238E27FC236}">
                <a16:creationId xmlns:a16="http://schemas.microsoft.com/office/drawing/2014/main" id="{93FBADCF-4545-4A5A-A492-252995E43DDA}"/>
              </a:ext>
            </a:extLst>
          </p:cNvPr>
          <p:cNvSpPr>
            <a:spLocks xmlns:a="http://schemas.openxmlformats.org/drawingml/2006/main" noGrp="1"/>
          </p:cNvSpPr>
          <p:nvPr/>
        </p:nvSpPr>
        <p:spPr>
          <a:xfrm xmlns:a="http://schemas.openxmlformats.org/drawingml/2006/main">
            <a:off x="2838450" y="1752600"/>
            <a:ext cx="1905000" cy="295275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15" name="">
            <a:extLst xmlns:a="http://schemas.openxmlformats.org/drawingml/2006/main">
              <a:ext uri="{FF2B5EF4-FFF2-40B4-BE49-F238E27FC236}">
                <a16:creationId xmlns:a16="http://schemas.microsoft.com/office/drawing/2014/main" id="{308C71B4-E50F-48F1-A1A8-7FE5E8358E40}"/>
              </a:ext>
            </a:extLst>
          </p:cNvPr>
          <p:cNvSpPr>
            <a:spLocks xmlns:a="http://schemas.openxmlformats.org/drawingml/2006/main" noGrp="1"/>
          </p:cNvSpPr>
          <p:nvPr/>
        </p:nvSpPr>
        <p:spPr>
          <a:xfrm xmlns:a="http://schemas.openxmlformats.org/drawingml/2006/main">
            <a:off x="2952750" y="1924050"/>
            <a:ext cx="1676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ctr">
              <a:lnSpc>
                <a:spcPct val="105000"/>
              </a:lnSpc>
              <a:buNone/>
              <a:defRPr sz="1650" b="1">
                <a:solidFill>
                  <a:srgbClr val="0B0B0B"/>
                </a:solidFill>
                <a:latin typeface="Noto Sans Khmer"/>
                <a:ea typeface="Noto Sans Khmer"/>
                <a:cs typeface="Noto Sans Khmer"/>
              </a:defRPr>
            </a:pPr>
            <a:r>
              <a:rPr sz="1650" b="1">
                <a:solidFill>
                  <a:srgbClr val="0B0B0B"/>
                </a:solidFill>
                <a:latin typeface="Noto Sans Khmer"/>
                <a:ea typeface="Noto Sans Khmer"/>
                <a:cs typeface="Noto Sans Khmer"/>
              </a:rPr>
              <a:t>Family</a:t>
            </a:r>
          </a:p>
        </p:txBody>
      </p:sp>
      <p:sp>
        <p:nvSpPr>
          <p:cNvPr id="16" name="">
            <a:extLst xmlns:a="http://schemas.openxmlformats.org/drawingml/2006/main">
              <a:ext uri="{FF2B5EF4-FFF2-40B4-BE49-F238E27FC236}">
                <a16:creationId xmlns:a16="http://schemas.microsoft.com/office/drawing/2014/main" id="{1647FCEB-59B1-4D01-9778-C2BD9CF99A57}"/>
              </a:ext>
            </a:extLst>
          </p:cNvPr>
          <p:cNvSpPr>
            <a:spLocks xmlns:a="http://schemas.openxmlformats.org/drawingml/2006/main" noGrp="1"/>
          </p:cNvSpPr>
          <p:nvPr/>
        </p:nvSpPr>
        <p:spPr>
          <a:xfrm xmlns:a="http://schemas.openxmlformats.org/drawingml/2006/main">
            <a:off x="3009900" y="2457450"/>
            <a:ext cx="1562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ctr">
              <a:lnSpc>
                <a:spcPct val="105000"/>
              </a:lnSpc>
              <a:buNone/>
              <a:defRPr sz="1950" b="1">
                <a:solidFill>
                  <a:srgbClr val="16A34A"/>
                </a:solidFill>
                <a:latin typeface="Noto Sans Khmer"/>
                <a:ea typeface="Noto Sans Khmer"/>
                <a:cs typeface="Noto Sans Khmer"/>
              </a:defRPr>
            </a:pPr>
            <a:r>
              <a:rPr sz="1950" b="1">
                <a:solidFill>
                  <a:srgbClr val="16A34A"/>
                </a:solidFill>
                <a:latin typeface="Noto Sans Khmer"/>
                <a:ea typeface="Noto Sans Khmer"/>
                <a:cs typeface="Noto Sans Khmer"/>
              </a:rPr>
              <a:t>$5/mo</a:t>
            </a:r>
          </a:p>
        </p:txBody>
      </p:sp>
      <p:sp>
        <p:nvSpPr>
          <p:cNvPr id="17" name="">
            <a:extLst xmlns:a="http://schemas.openxmlformats.org/drawingml/2006/main">
              <a:ext uri="{FF2B5EF4-FFF2-40B4-BE49-F238E27FC236}">
                <a16:creationId xmlns:a16="http://schemas.microsoft.com/office/drawing/2014/main" id="{D32A7A30-B2E3-40BC-83EE-5CD1B4EF219C}"/>
              </a:ext>
            </a:extLst>
          </p:cNvPr>
          <p:cNvSpPr>
            <a:spLocks xmlns:a="http://schemas.openxmlformats.org/drawingml/2006/main" noGrp="1"/>
          </p:cNvSpPr>
          <p:nvPr/>
        </p:nvSpPr>
        <p:spPr>
          <a:xfrm xmlns:a="http://schemas.openxmlformats.org/drawingml/2006/main">
            <a:off x="2990850" y="3048000"/>
            <a:ext cx="1600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ctr">
              <a:lnSpc>
                <a:spcPct val="105000"/>
              </a:lnSpc>
              <a:buNone/>
              <a:defRPr sz="1200" b="1">
                <a:solidFill>
                  <a:srgbClr val="2563EB"/>
                </a:solidFill>
                <a:latin typeface="Noto Sans Khmer"/>
                <a:ea typeface="Noto Sans Khmer"/>
                <a:cs typeface="Noto Sans Khmer"/>
              </a:defRPr>
            </a:pPr>
            <a:r>
              <a:rPr sz="1200" b="1">
                <a:solidFill>
                  <a:srgbClr val="2563EB"/>
                </a:solidFill>
                <a:latin typeface="Noto Sans Khmer"/>
                <a:ea typeface="Noto Sans Khmer"/>
                <a:cs typeface="Noto Sans Khmer"/>
              </a:rPr>
              <a:t>Parents</a:t>
            </a:r>
          </a:p>
        </p:txBody>
      </p:sp>
      <p:sp>
        <p:nvSpPr>
          <p:cNvPr id="18" name="">
            <a:extLst xmlns:a="http://schemas.openxmlformats.org/drawingml/2006/main">
              <a:ext uri="{FF2B5EF4-FFF2-40B4-BE49-F238E27FC236}">
                <a16:creationId xmlns:a16="http://schemas.microsoft.com/office/drawing/2014/main" id="{EE944387-3C24-4AC5-9E6B-B55122916250}"/>
              </a:ext>
            </a:extLst>
          </p:cNvPr>
          <p:cNvSpPr>
            <a:spLocks xmlns:a="http://schemas.openxmlformats.org/drawingml/2006/main" noGrp="1"/>
          </p:cNvSpPr>
          <p:nvPr/>
        </p:nvSpPr>
        <p:spPr>
          <a:xfrm xmlns:a="http://schemas.openxmlformats.org/drawingml/2006/main">
            <a:off x="2990850" y="3543300"/>
            <a:ext cx="16002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ctr">
              <a:lnSpc>
                <a:spcPct val="108000"/>
              </a:lnSpc>
              <a:buNone/>
              <a:defRPr sz="1050" b="0">
                <a:solidFill>
                  <a:srgbClr val="0B0B0B"/>
                </a:solidFill>
                <a:latin typeface="Noto Sans Khmer"/>
                <a:ea typeface="Noto Sans Khmer"/>
                <a:cs typeface="Noto Sans Khmer"/>
              </a:defRPr>
            </a:pPr>
            <a:r>
              <a:rPr sz="1050" b="0">
                <a:solidFill>
                  <a:srgbClr val="0B0B0B"/>
                </a:solidFill>
                <a:latin typeface="Noto Sans Khmer"/>
                <a:ea typeface="Noto Sans Khmer"/>
                <a:cs typeface="Noto Sans Khmer"/>
              </a:rPr>
              <a:t>Track up to 9 children</a:t>
            </a:r>
          </a:p>
        </p:txBody>
      </p:sp>
      <p:sp>
        <p:nvSpPr>
          <p:cNvPr id="19" name="">
            <a:extLst xmlns:a="http://schemas.openxmlformats.org/drawingml/2006/main">
              <a:ext uri="{FF2B5EF4-FFF2-40B4-BE49-F238E27FC236}">
                <a16:creationId xmlns:a16="http://schemas.microsoft.com/office/drawing/2014/main" id="{632C13C2-F085-4769-A8AA-8609C4437FAD}"/>
              </a:ext>
            </a:extLst>
          </p:cNvPr>
          <p:cNvSpPr>
            <a:spLocks xmlns:a="http://schemas.openxmlformats.org/drawingml/2006/main" noGrp="1"/>
          </p:cNvSpPr>
          <p:nvPr/>
        </p:nvSpPr>
        <p:spPr>
          <a:xfrm xmlns:a="http://schemas.openxmlformats.org/drawingml/2006/main">
            <a:off x="5172075" y="1800225"/>
            <a:ext cx="1905000" cy="29527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20" name="">
            <a:extLst xmlns:a="http://schemas.openxmlformats.org/drawingml/2006/main">
              <a:ext uri="{FF2B5EF4-FFF2-40B4-BE49-F238E27FC236}">
                <a16:creationId xmlns:a16="http://schemas.microsoft.com/office/drawing/2014/main" id="{F50E4AAD-FBCE-4F89-A501-26368B0A5E88}"/>
              </a:ext>
            </a:extLst>
          </p:cNvPr>
          <p:cNvSpPr>
            <a:spLocks xmlns:a="http://schemas.openxmlformats.org/drawingml/2006/main" noGrp="1"/>
          </p:cNvSpPr>
          <p:nvPr/>
        </p:nvSpPr>
        <p:spPr>
          <a:xfrm xmlns:a="http://schemas.openxmlformats.org/drawingml/2006/main">
            <a:off x="5124450" y="1752600"/>
            <a:ext cx="1905000" cy="295275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21" name="">
            <a:extLst xmlns:a="http://schemas.openxmlformats.org/drawingml/2006/main">
              <a:ext uri="{FF2B5EF4-FFF2-40B4-BE49-F238E27FC236}">
                <a16:creationId xmlns:a16="http://schemas.microsoft.com/office/drawing/2014/main" id="{42B6B9D6-C865-4605-B014-F101E0264D3C}"/>
              </a:ext>
            </a:extLst>
          </p:cNvPr>
          <p:cNvSpPr>
            <a:spLocks xmlns:a="http://schemas.openxmlformats.org/drawingml/2006/main" noGrp="1"/>
          </p:cNvSpPr>
          <p:nvPr/>
        </p:nvSpPr>
        <p:spPr>
          <a:xfrm xmlns:a="http://schemas.openxmlformats.org/drawingml/2006/main">
            <a:off x="5238750" y="1924050"/>
            <a:ext cx="1676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ctr">
              <a:lnSpc>
                <a:spcPct val="105000"/>
              </a:lnSpc>
              <a:buNone/>
              <a:defRPr sz="1650" b="1">
                <a:solidFill>
                  <a:srgbClr val="0B0B0B"/>
                </a:solidFill>
                <a:latin typeface="Noto Sans Khmer"/>
                <a:ea typeface="Noto Sans Khmer"/>
                <a:cs typeface="Noto Sans Khmer"/>
              </a:defRPr>
            </a:pPr>
            <a:r>
              <a:rPr sz="1650" b="1">
                <a:solidFill>
                  <a:srgbClr val="0B0B0B"/>
                </a:solidFill>
                <a:latin typeface="Noto Sans Khmer"/>
                <a:ea typeface="Noto Sans Khmer"/>
                <a:cs typeface="Noto Sans Khmer"/>
              </a:rPr>
              <a:t>Teacher Pro</a:t>
            </a:r>
          </a:p>
        </p:txBody>
      </p:sp>
      <p:sp>
        <p:nvSpPr>
          <p:cNvPr id="22" name="">
            <a:extLst xmlns:a="http://schemas.openxmlformats.org/drawingml/2006/main">
              <a:ext uri="{FF2B5EF4-FFF2-40B4-BE49-F238E27FC236}">
                <a16:creationId xmlns:a16="http://schemas.microsoft.com/office/drawing/2014/main" id="{DFF2FED4-81C7-4489-9268-77B46B8E847A}"/>
              </a:ext>
            </a:extLst>
          </p:cNvPr>
          <p:cNvSpPr>
            <a:spLocks xmlns:a="http://schemas.openxmlformats.org/drawingml/2006/main" noGrp="1"/>
          </p:cNvSpPr>
          <p:nvPr/>
        </p:nvSpPr>
        <p:spPr>
          <a:xfrm xmlns:a="http://schemas.openxmlformats.org/drawingml/2006/main">
            <a:off x="5295900" y="2457450"/>
            <a:ext cx="1562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ctr">
              <a:lnSpc>
                <a:spcPct val="105000"/>
              </a:lnSpc>
              <a:buNone/>
              <a:defRPr sz="1950" b="1">
                <a:solidFill>
                  <a:srgbClr val="16A34A"/>
                </a:solidFill>
                <a:latin typeface="Noto Sans Khmer"/>
                <a:ea typeface="Noto Sans Khmer"/>
                <a:cs typeface="Noto Sans Khmer"/>
              </a:defRPr>
            </a:pPr>
            <a:r>
              <a:rPr sz="1950" b="1">
                <a:solidFill>
                  <a:srgbClr val="16A34A"/>
                </a:solidFill>
                <a:latin typeface="Noto Sans Khmer"/>
                <a:ea typeface="Noto Sans Khmer"/>
                <a:cs typeface="Noto Sans Khmer"/>
              </a:rPr>
              <a:t>$10/mo</a:t>
            </a:r>
          </a:p>
        </p:txBody>
      </p:sp>
      <p:sp>
        <p:nvSpPr>
          <p:cNvPr id="23" name="">
            <a:extLst xmlns:a="http://schemas.openxmlformats.org/drawingml/2006/main">
              <a:ext uri="{FF2B5EF4-FFF2-40B4-BE49-F238E27FC236}">
                <a16:creationId xmlns:a16="http://schemas.microsoft.com/office/drawing/2014/main" id="{E0E209A1-9AC3-443A-9910-A47CCEA3FDA0}"/>
              </a:ext>
            </a:extLst>
          </p:cNvPr>
          <p:cNvSpPr>
            <a:spLocks xmlns:a="http://schemas.openxmlformats.org/drawingml/2006/main" noGrp="1"/>
          </p:cNvSpPr>
          <p:nvPr/>
        </p:nvSpPr>
        <p:spPr>
          <a:xfrm xmlns:a="http://schemas.openxmlformats.org/drawingml/2006/main">
            <a:off x="5276850" y="3048000"/>
            <a:ext cx="1600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ctr">
              <a:lnSpc>
                <a:spcPct val="105000"/>
              </a:lnSpc>
              <a:buNone/>
              <a:defRPr sz="1200" b="1">
                <a:solidFill>
                  <a:srgbClr val="2563EB"/>
                </a:solidFill>
                <a:latin typeface="Noto Sans Khmer"/>
                <a:ea typeface="Noto Sans Khmer"/>
                <a:cs typeface="Noto Sans Khmer"/>
              </a:defRPr>
            </a:pPr>
            <a:r>
              <a:rPr sz="1200" b="1">
                <a:solidFill>
                  <a:srgbClr val="2563EB"/>
                </a:solidFill>
                <a:latin typeface="Noto Sans Khmer"/>
                <a:ea typeface="Noto Sans Khmer"/>
                <a:cs typeface="Noto Sans Khmer"/>
              </a:rPr>
              <a:t>Teachers</a:t>
            </a:r>
          </a:p>
        </p:txBody>
      </p:sp>
      <p:sp>
        <p:nvSpPr>
          <p:cNvPr id="24" name="">
            <a:extLst xmlns:a="http://schemas.openxmlformats.org/drawingml/2006/main">
              <a:ext uri="{FF2B5EF4-FFF2-40B4-BE49-F238E27FC236}">
                <a16:creationId xmlns:a16="http://schemas.microsoft.com/office/drawing/2014/main" id="{A23E8275-4C3C-4D3C-8583-F82C4C7DBD80}"/>
              </a:ext>
            </a:extLst>
          </p:cNvPr>
          <p:cNvSpPr>
            <a:spLocks xmlns:a="http://schemas.openxmlformats.org/drawingml/2006/main" noGrp="1"/>
          </p:cNvSpPr>
          <p:nvPr/>
        </p:nvSpPr>
        <p:spPr>
          <a:xfrm xmlns:a="http://schemas.openxmlformats.org/drawingml/2006/main">
            <a:off x="5276850" y="3543300"/>
            <a:ext cx="16002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ctr">
              <a:lnSpc>
                <a:spcPct val="108000"/>
              </a:lnSpc>
              <a:buNone/>
              <a:defRPr sz="1050" b="0">
                <a:solidFill>
                  <a:srgbClr val="0B0B0B"/>
                </a:solidFill>
                <a:latin typeface="Noto Sans Khmer"/>
                <a:ea typeface="Noto Sans Khmer"/>
                <a:cs typeface="Noto Sans Khmer"/>
              </a:defRPr>
            </a:pPr>
            <a:r>
              <a:rPr sz="1050" b="0">
                <a:solidFill>
                  <a:srgbClr val="0B0B0B"/>
                </a:solidFill>
                <a:latin typeface="Noto Sans Khmer"/>
                <a:ea typeface="Noto Sans Khmer"/>
                <a:cs typeface="Noto Sans Khmer"/>
              </a:rPr>
              <a:t>Classes, reports, live competition, 50 players</a:t>
            </a:r>
          </a:p>
        </p:txBody>
      </p:sp>
      <p:sp>
        <p:nvSpPr>
          <p:cNvPr id="25" name="">
            <a:extLst xmlns:a="http://schemas.openxmlformats.org/drawingml/2006/main">
              <a:ext uri="{FF2B5EF4-FFF2-40B4-BE49-F238E27FC236}">
                <a16:creationId xmlns:a16="http://schemas.microsoft.com/office/drawing/2014/main" id="{80DC36BB-686F-4ED3-8863-38FFDB62DA81}"/>
              </a:ext>
            </a:extLst>
          </p:cNvPr>
          <p:cNvSpPr>
            <a:spLocks xmlns:a="http://schemas.openxmlformats.org/drawingml/2006/main" noGrp="1"/>
          </p:cNvSpPr>
          <p:nvPr/>
        </p:nvSpPr>
        <p:spPr>
          <a:xfrm xmlns:a="http://schemas.openxmlformats.org/drawingml/2006/main">
            <a:off x="7458075" y="1800225"/>
            <a:ext cx="1905000" cy="29527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26" name="">
            <a:extLst xmlns:a="http://schemas.openxmlformats.org/drawingml/2006/main">
              <a:ext uri="{FF2B5EF4-FFF2-40B4-BE49-F238E27FC236}">
                <a16:creationId xmlns:a16="http://schemas.microsoft.com/office/drawing/2014/main" id="{7427B9D1-1DAE-447E-BF8C-67056A03CF4F}"/>
              </a:ext>
            </a:extLst>
          </p:cNvPr>
          <p:cNvSpPr>
            <a:spLocks xmlns:a="http://schemas.openxmlformats.org/drawingml/2006/main" noGrp="1"/>
          </p:cNvSpPr>
          <p:nvPr/>
        </p:nvSpPr>
        <p:spPr>
          <a:xfrm xmlns:a="http://schemas.openxmlformats.org/drawingml/2006/main">
            <a:off x="7410450" y="1752600"/>
            <a:ext cx="1905000" cy="295275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27" name="">
            <a:extLst xmlns:a="http://schemas.openxmlformats.org/drawingml/2006/main">
              <a:ext uri="{FF2B5EF4-FFF2-40B4-BE49-F238E27FC236}">
                <a16:creationId xmlns:a16="http://schemas.microsoft.com/office/drawing/2014/main" id="{2003F33C-E2AE-4978-AD1E-229FCFC52C65}"/>
              </a:ext>
            </a:extLst>
          </p:cNvPr>
          <p:cNvSpPr>
            <a:spLocks xmlns:a="http://schemas.openxmlformats.org/drawingml/2006/main" noGrp="1"/>
          </p:cNvSpPr>
          <p:nvPr/>
        </p:nvSpPr>
        <p:spPr>
          <a:xfrm xmlns:a="http://schemas.openxmlformats.org/drawingml/2006/main">
            <a:off x="7524750" y="1924050"/>
            <a:ext cx="1676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ctr">
              <a:lnSpc>
                <a:spcPct val="105000"/>
              </a:lnSpc>
              <a:buNone/>
              <a:defRPr sz="1650" b="1">
                <a:solidFill>
                  <a:srgbClr val="0B0B0B"/>
                </a:solidFill>
                <a:latin typeface="Noto Sans Khmer"/>
                <a:ea typeface="Noto Sans Khmer"/>
                <a:cs typeface="Noto Sans Khmer"/>
              </a:defRPr>
            </a:pPr>
            <a:r>
              <a:rPr sz="1650" b="1">
                <a:solidFill>
                  <a:srgbClr val="0B0B0B"/>
                </a:solidFill>
                <a:latin typeface="Noto Sans Khmer"/>
                <a:ea typeface="Noto Sans Khmer"/>
                <a:cs typeface="Noto Sans Khmer"/>
              </a:rPr>
              <a:t>School</a:t>
            </a:r>
          </a:p>
        </p:txBody>
      </p:sp>
      <p:sp>
        <p:nvSpPr>
          <p:cNvPr id="28" name="">
            <a:extLst xmlns:a="http://schemas.openxmlformats.org/drawingml/2006/main">
              <a:ext uri="{FF2B5EF4-FFF2-40B4-BE49-F238E27FC236}">
                <a16:creationId xmlns:a16="http://schemas.microsoft.com/office/drawing/2014/main" id="{9DCFFD2C-0446-4470-BA52-73C6D3075324}"/>
              </a:ext>
            </a:extLst>
          </p:cNvPr>
          <p:cNvSpPr>
            <a:spLocks xmlns:a="http://schemas.openxmlformats.org/drawingml/2006/main" noGrp="1"/>
          </p:cNvSpPr>
          <p:nvPr/>
        </p:nvSpPr>
        <p:spPr>
          <a:xfrm xmlns:a="http://schemas.openxmlformats.org/drawingml/2006/main">
            <a:off x="7581900" y="2457450"/>
            <a:ext cx="1562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ctr">
              <a:lnSpc>
                <a:spcPct val="105000"/>
              </a:lnSpc>
              <a:buNone/>
              <a:defRPr sz="1950" b="1">
                <a:solidFill>
                  <a:srgbClr val="16A34A"/>
                </a:solidFill>
                <a:latin typeface="Noto Sans Khmer"/>
                <a:ea typeface="Noto Sans Khmer"/>
                <a:cs typeface="Noto Sans Khmer"/>
              </a:defRPr>
            </a:pPr>
            <a:r>
              <a:rPr sz="1950" b="1">
                <a:solidFill>
                  <a:srgbClr val="16A34A"/>
                </a:solidFill>
                <a:latin typeface="Noto Sans Khmer"/>
                <a:ea typeface="Noto Sans Khmer"/>
                <a:cs typeface="Noto Sans Khmer"/>
              </a:rPr>
              <a:t>$20/mo</a:t>
            </a:r>
          </a:p>
        </p:txBody>
      </p:sp>
      <p:sp>
        <p:nvSpPr>
          <p:cNvPr id="29" name="">
            <a:extLst xmlns:a="http://schemas.openxmlformats.org/drawingml/2006/main">
              <a:ext uri="{FF2B5EF4-FFF2-40B4-BE49-F238E27FC236}">
                <a16:creationId xmlns:a16="http://schemas.microsoft.com/office/drawing/2014/main" id="{F5528E9E-9177-451C-85BB-C1CBA75C969A}"/>
              </a:ext>
            </a:extLst>
          </p:cNvPr>
          <p:cNvSpPr>
            <a:spLocks xmlns:a="http://schemas.openxmlformats.org/drawingml/2006/main" noGrp="1"/>
          </p:cNvSpPr>
          <p:nvPr/>
        </p:nvSpPr>
        <p:spPr>
          <a:xfrm xmlns:a="http://schemas.openxmlformats.org/drawingml/2006/main">
            <a:off x="7562850" y="3048000"/>
            <a:ext cx="1600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ctr">
              <a:lnSpc>
                <a:spcPct val="105000"/>
              </a:lnSpc>
              <a:buNone/>
              <a:defRPr sz="1200" b="1">
                <a:solidFill>
                  <a:srgbClr val="2563EB"/>
                </a:solidFill>
                <a:latin typeface="Noto Sans Khmer"/>
                <a:ea typeface="Noto Sans Khmer"/>
                <a:cs typeface="Noto Sans Khmer"/>
              </a:defRPr>
            </a:pPr>
            <a:r>
              <a:rPr sz="1200" b="1">
                <a:solidFill>
                  <a:srgbClr val="2563EB"/>
                </a:solidFill>
                <a:latin typeface="Noto Sans Khmer"/>
                <a:ea typeface="Noto Sans Khmer"/>
                <a:cs typeface="Noto Sans Khmer"/>
              </a:rPr>
              <a:t>Schools</a:t>
            </a:r>
          </a:p>
        </p:txBody>
      </p:sp>
      <p:sp>
        <p:nvSpPr>
          <p:cNvPr id="30" name="">
            <a:extLst xmlns:a="http://schemas.openxmlformats.org/drawingml/2006/main">
              <a:ext uri="{FF2B5EF4-FFF2-40B4-BE49-F238E27FC236}">
                <a16:creationId xmlns:a16="http://schemas.microsoft.com/office/drawing/2014/main" id="{6038BB77-DCEB-4543-B8C5-8A122FF6D705}"/>
              </a:ext>
            </a:extLst>
          </p:cNvPr>
          <p:cNvSpPr>
            <a:spLocks xmlns:a="http://schemas.openxmlformats.org/drawingml/2006/main" noGrp="1"/>
          </p:cNvSpPr>
          <p:nvPr/>
        </p:nvSpPr>
        <p:spPr>
          <a:xfrm xmlns:a="http://schemas.openxmlformats.org/drawingml/2006/main">
            <a:off x="7562850" y="3543300"/>
            <a:ext cx="16002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ctr">
              <a:lnSpc>
                <a:spcPct val="108000"/>
              </a:lnSpc>
              <a:buNone/>
              <a:defRPr sz="1050" b="0">
                <a:solidFill>
                  <a:srgbClr val="0B0B0B"/>
                </a:solidFill>
                <a:latin typeface="Noto Sans Khmer"/>
                <a:ea typeface="Noto Sans Khmer"/>
                <a:cs typeface="Noto Sans Khmer"/>
              </a:defRPr>
            </a:pPr>
            <a:r>
              <a:rPr sz="1050" b="0">
                <a:solidFill>
                  <a:srgbClr val="0B0B0B"/>
                </a:solidFill>
                <a:latin typeface="Noto Sans Khmer"/>
                <a:ea typeface="Noto Sans Khmer"/>
                <a:cs typeface="Noto Sans Khmer"/>
              </a:rPr>
              <a:t>200 players, 10 teachers, class admin dashboard</a:t>
            </a:r>
          </a:p>
        </p:txBody>
      </p:sp>
      <p:sp>
        <p:nvSpPr>
          <p:cNvPr id="31" name="">
            <a:extLst xmlns:a="http://schemas.openxmlformats.org/drawingml/2006/main">
              <a:ext uri="{FF2B5EF4-FFF2-40B4-BE49-F238E27FC236}">
                <a16:creationId xmlns:a16="http://schemas.microsoft.com/office/drawing/2014/main" id="{DAB304CC-AE26-4774-8082-CC51B2EAB387}"/>
              </a:ext>
            </a:extLst>
          </p:cNvPr>
          <p:cNvSpPr>
            <a:spLocks xmlns:a="http://schemas.openxmlformats.org/drawingml/2006/main" noGrp="1"/>
          </p:cNvSpPr>
          <p:nvPr/>
        </p:nvSpPr>
        <p:spPr>
          <a:xfrm xmlns:a="http://schemas.openxmlformats.org/drawingml/2006/main">
            <a:off x="9744075" y="1800225"/>
            <a:ext cx="1905000" cy="29527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32" name="">
            <a:extLst xmlns:a="http://schemas.openxmlformats.org/drawingml/2006/main">
              <a:ext uri="{FF2B5EF4-FFF2-40B4-BE49-F238E27FC236}">
                <a16:creationId xmlns:a16="http://schemas.microsoft.com/office/drawing/2014/main" id="{7E7AFA49-6651-43FD-A2E3-BDABD0CAAF35}"/>
              </a:ext>
            </a:extLst>
          </p:cNvPr>
          <p:cNvSpPr>
            <a:spLocks xmlns:a="http://schemas.openxmlformats.org/drawingml/2006/main" noGrp="1"/>
          </p:cNvSpPr>
          <p:nvPr/>
        </p:nvSpPr>
        <p:spPr>
          <a:xfrm xmlns:a="http://schemas.openxmlformats.org/drawingml/2006/main">
            <a:off x="9696450" y="1752600"/>
            <a:ext cx="1905000" cy="295275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33" name="">
            <a:extLst xmlns:a="http://schemas.openxmlformats.org/drawingml/2006/main">
              <a:ext uri="{FF2B5EF4-FFF2-40B4-BE49-F238E27FC236}">
                <a16:creationId xmlns:a16="http://schemas.microsoft.com/office/drawing/2014/main" id="{15FA0E02-ADFC-47E3-89CD-4E5E52D04B07}"/>
              </a:ext>
            </a:extLst>
          </p:cNvPr>
          <p:cNvSpPr>
            <a:spLocks xmlns:a="http://schemas.openxmlformats.org/drawingml/2006/main" noGrp="1"/>
          </p:cNvSpPr>
          <p:nvPr/>
        </p:nvSpPr>
        <p:spPr>
          <a:xfrm xmlns:a="http://schemas.openxmlformats.org/drawingml/2006/main">
            <a:off x="9810750" y="1924050"/>
            <a:ext cx="1676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ctr">
              <a:lnSpc>
                <a:spcPct val="105000"/>
              </a:lnSpc>
              <a:buNone/>
              <a:defRPr sz="1650" b="1">
                <a:solidFill>
                  <a:srgbClr val="0B0B0B"/>
                </a:solidFill>
                <a:latin typeface="Noto Sans Khmer"/>
                <a:ea typeface="Noto Sans Khmer"/>
                <a:cs typeface="Noto Sans Khmer"/>
              </a:defRPr>
            </a:pPr>
            <a:r>
              <a:rPr sz="1650" b="1">
                <a:solidFill>
                  <a:srgbClr val="0B0B0B"/>
                </a:solidFill>
                <a:latin typeface="Noto Sans Khmer"/>
                <a:ea typeface="Noto Sans Khmer"/>
                <a:cs typeface="Noto Sans Khmer"/>
              </a:rPr>
              <a:t>Academy</a:t>
            </a:r>
          </a:p>
        </p:txBody>
      </p:sp>
      <p:sp>
        <p:nvSpPr>
          <p:cNvPr id="34" name="">
            <a:extLst xmlns:a="http://schemas.openxmlformats.org/drawingml/2006/main">
              <a:ext uri="{FF2B5EF4-FFF2-40B4-BE49-F238E27FC236}">
                <a16:creationId xmlns:a16="http://schemas.microsoft.com/office/drawing/2014/main" id="{8532CF84-DA69-4E5E-9149-D392B00A5156}"/>
              </a:ext>
            </a:extLst>
          </p:cNvPr>
          <p:cNvSpPr>
            <a:spLocks xmlns:a="http://schemas.openxmlformats.org/drawingml/2006/main" noGrp="1"/>
          </p:cNvSpPr>
          <p:nvPr/>
        </p:nvSpPr>
        <p:spPr>
          <a:xfrm xmlns:a="http://schemas.openxmlformats.org/drawingml/2006/main">
            <a:off x="9867900" y="2457450"/>
            <a:ext cx="1562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ctr">
              <a:lnSpc>
                <a:spcPct val="105000"/>
              </a:lnSpc>
              <a:buNone/>
              <a:defRPr sz="1950" b="1">
                <a:solidFill>
                  <a:srgbClr val="16A34A"/>
                </a:solidFill>
                <a:latin typeface="Noto Sans Khmer"/>
                <a:ea typeface="Noto Sans Khmer"/>
                <a:cs typeface="Noto Sans Khmer"/>
              </a:defRPr>
            </a:pPr>
            <a:r>
              <a:rPr sz="1950" b="1">
                <a:solidFill>
                  <a:srgbClr val="16A34A"/>
                </a:solidFill>
                <a:latin typeface="Noto Sans Khmer"/>
                <a:ea typeface="Noto Sans Khmer"/>
                <a:cs typeface="Noto Sans Khmer"/>
              </a:rPr>
              <a:t>$35/mo</a:t>
            </a:r>
          </a:p>
        </p:txBody>
      </p:sp>
      <p:sp>
        <p:nvSpPr>
          <p:cNvPr id="35" name="">
            <a:extLst xmlns:a="http://schemas.openxmlformats.org/drawingml/2006/main">
              <a:ext uri="{FF2B5EF4-FFF2-40B4-BE49-F238E27FC236}">
                <a16:creationId xmlns:a16="http://schemas.microsoft.com/office/drawing/2014/main" id="{C752B083-9786-49CF-ADEF-F489568C3C65}"/>
              </a:ext>
            </a:extLst>
          </p:cNvPr>
          <p:cNvSpPr>
            <a:spLocks xmlns:a="http://schemas.openxmlformats.org/drawingml/2006/main" noGrp="1"/>
          </p:cNvSpPr>
          <p:nvPr/>
        </p:nvSpPr>
        <p:spPr>
          <a:xfrm xmlns:a="http://schemas.openxmlformats.org/drawingml/2006/main">
            <a:off x="9848850" y="3048000"/>
            <a:ext cx="1600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ctr">
              <a:lnSpc>
                <a:spcPct val="105000"/>
              </a:lnSpc>
              <a:buNone/>
              <a:defRPr sz="1200" b="1">
                <a:solidFill>
                  <a:srgbClr val="2563EB"/>
                </a:solidFill>
                <a:latin typeface="Noto Sans Khmer"/>
                <a:ea typeface="Noto Sans Khmer"/>
                <a:cs typeface="Noto Sans Khmer"/>
              </a:defRPr>
            </a:pPr>
            <a:r>
              <a:rPr sz="1200" b="1">
                <a:solidFill>
                  <a:srgbClr val="2563EB"/>
                </a:solidFill>
                <a:latin typeface="Noto Sans Khmer"/>
                <a:ea typeface="Noto Sans Khmer"/>
                <a:cs typeface="Noto Sans Khmer"/>
              </a:rPr>
              <a:t>Driving schools</a:t>
            </a:r>
          </a:p>
        </p:txBody>
      </p:sp>
      <p:sp>
        <p:nvSpPr>
          <p:cNvPr id="36" name="">
            <a:extLst xmlns:a="http://schemas.openxmlformats.org/drawingml/2006/main">
              <a:ext uri="{FF2B5EF4-FFF2-40B4-BE49-F238E27FC236}">
                <a16:creationId xmlns:a16="http://schemas.microsoft.com/office/drawing/2014/main" id="{2F2D7EEE-572C-453E-844B-3EA9D9BA81FD}"/>
              </a:ext>
            </a:extLst>
          </p:cNvPr>
          <p:cNvSpPr>
            <a:spLocks xmlns:a="http://schemas.openxmlformats.org/drawingml/2006/main" noGrp="1"/>
          </p:cNvSpPr>
          <p:nvPr/>
        </p:nvSpPr>
        <p:spPr>
          <a:xfrm xmlns:a="http://schemas.openxmlformats.org/drawingml/2006/main">
            <a:off x="9848850" y="3543300"/>
            <a:ext cx="16002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ctr">
              <a:lnSpc>
                <a:spcPct val="108000"/>
              </a:lnSpc>
              <a:buNone/>
              <a:defRPr sz="1050" b="0">
                <a:solidFill>
                  <a:srgbClr val="0B0B0B"/>
                </a:solidFill>
                <a:latin typeface="Noto Sans Khmer"/>
                <a:ea typeface="Noto Sans Khmer"/>
                <a:cs typeface="Noto Sans Khmer"/>
              </a:defRPr>
            </a:pPr>
            <a:r>
              <a:rPr sz="1050" b="0">
                <a:solidFill>
                  <a:srgbClr val="0B0B0B"/>
                </a:solidFill>
                <a:latin typeface="Noto Sans Khmer"/>
                <a:ea typeface="Noto Sans Khmer"/>
                <a:cs typeface="Noto Sans Khmer"/>
              </a:rPr>
              <a:t>Full features, teacher dashboard, certificates</a:t>
            </a:r>
          </a:p>
        </p:txBody>
      </p:sp>
      <p:sp>
        <p:nvSpPr>
          <p:cNvPr id="37" name="">
            <a:extLst xmlns:a="http://schemas.openxmlformats.org/drawingml/2006/main">
              <a:ext uri="{FF2B5EF4-FFF2-40B4-BE49-F238E27FC236}">
                <a16:creationId xmlns:a16="http://schemas.microsoft.com/office/drawing/2014/main" id="{2E0CE8FC-CE6D-48AA-B305-07B121B5D7A6}"/>
              </a:ext>
            </a:extLst>
          </p:cNvPr>
          <p:cNvSpPr>
            <a:spLocks xmlns:a="http://schemas.openxmlformats.org/drawingml/2006/main" noGrp="1"/>
          </p:cNvSpPr>
          <p:nvPr/>
        </p:nvSpPr>
        <p:spPr>
          <a:xfrm xmlns:a="http://schemas.openxmlformats.org/drawingml/2006/main">
            <a:off x="1438275" y="5305425"/>
            <a:ext cx="9448800" cy="6286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38" name="">
            <a:extLst xmlns:a="http://schemas.openxmlformats.org/drawingml/2006/main">
              <a:ext uri="{FF2B5EF4-FFF2-40B4-BE49-F238E27FC236}">
                <a16:creationId xmlns:a16="http://schemas.microsoft.com/office/drawing/2014/main" id="{773AB883-39BF-4839-9837-7DE7BBF613BF}"/>
              </a:ext>
            </a:extLst>
          </p:cNvPr>
          <p:cNvSpPr>
            <a:spLocks xmlns:a="http://schemas.openxmlformats.org/drawingml/2006/main" noGrp="1"/>
          </p:cNvSpPr>
          <p:nvPr/>
        </p:nvSpPr>
        <p:spPr>
          <a:xfrm xmlns:a="http://schemas.openxmlformats.org/drawingml/2006/main">
            <a:off x="1371600" y="5238750"/>
            <a:ext cx="9448800" cy="628650"/>
          </a:xfrm>
          <a:prstGeom xmlns:a="http://schemas.openxmlformats.org/drawingml/2006/main" prst="rect">
            <a:avLst/>
          </a:prstGeom>
          <a:solidFill xmlns:a="http://schemas.openxmlformats.org/drawingml/2006/main">
            <a:srgbClr val="EAB308"/>
          </a:solidFill>
          <a:ln xmlns:a="http://schemas.openxmlformats.org/drawingml/2006/main" w="28575">
            <a:solidFill>
              <a:srgbClr val="0B0B0B"/>
            </a:solidFill>
            <a:prstDash val="solid"/>
          </a:ln>
        </p:spPr>
      </p:sp>
      <p:sp>
        <p:nvSpPr>
          <p:cNvPr id="39" name="">
            <a:extLst xmlns:a="http://schemas.openxmlformats.org/drawingml/2006/main">
              <a:ext uri="{FF2B5EF4-FFF2-40B4-BE49-F238E27FC236}">
                <a16:creationId xmlns:a16="http://schemas.microsoft.com/office/drawing/2014/main" id="{476CA3C2-0E33-49BD-AAFC-EF8662451885}"/>
              </a:ext>
            </a:extLst>
          </p:cNvPr>
          <p:cNvSpPr>
            <a:spLocks xmlns:a="http://schemas.openxmlformats.org/drawingml/2006/main" noGrp="1"/>
          </p:cNvSpPr>
          <p:nvPr/>
        </p:nvSpPr>
        <p:spPr>
          <a:xfrm xmlns:a="http://schemas.openxmlformats.org/drawingml/2006/main">
            <a:off x="1657350" y="5391150"/>
            <a:ext cx="8877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78331"/>
          </a:bodyPr>
          <a:lstStyle xmlns:a="http://schemas.openxmlformats.org/drawingml/2006/main"/>
          <a:p xmlns:a="http://schemas.openxmlformats.org/drawingml/2006/main">
            <a:pPr algn="ctr">
              <a:lnSpc>
                <a:spcPct val="105000"/>
              </a:lnSpc>
              <a:buNone/>
              <a:defRPr sz="1575" b="1">
                <a:solidFill>
                  <a:srgbClr val="0B0B0B"/>
                </a:solidFill>
                <a:latin typeface="Noto Sans Khmer"/>
                <a:ea typeface="Noto Sans Khmer"/>
                <a:cs typeface="Noto Sans Khmer"/>
              </a:defRPr>
            </a:pPr>
            <a:r>
              <a:rPr sz="1575" b="1">
                <a:solidFill>
                  <a:srgbClr val="0B0B0B"/>
                </a:solidFill>
                <a:latin typeface="Noto Sans Khmer"/>
                <a:ea typeface="Noto Sans Khmer"/>
                <a:cs typeface="Noto Sans Khmer"/>
              </a:rPr>
              <a:t>Upgrade appears at the moment of need: more classes, detailed reports, more players, family tracking, or certificates.</a:t>
            </a:r>
          </a:p>
        </p:txBody>
      </p:sp>
    </p:spTree>
    <p:extLst>
      <p:ext uri="{BB962C8B-B14F-4D97-AF65-F5344CB8AC3E}">
        <p14:creationId xmlns:p14="http://schemas.microsoft.com/office/powerpoint/2010/main" val="1317348845"/>
      </p:ext>
    </p:extLst>
  </p:cSld>
</p:sld>
</file>

<file path=ppt/slides/slide12.xml><?xml version="1.0" encoding="utf-8"?>
<p:sld xmlns:p="http://schemas.openxmlformats.org/presentationml/2006/main">
  <p:cSld>
    <p:bg>
      <p:bgPr>
        <a:solidFill xmlns:a="http://schemas.openxmlformats.org/drawingml/2006/main">
          <a:srgbClr val="FFF8D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B8FBEDB-E518-4943-A384-4C3532C9C4DC}"/>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EAB308"/>
          </a:solidFill>
          <a:ln xmlns:a="http://schemas.openxmlformats.org/drawingml/2006/main" w="0">
            <a:solidFill>
              <a:srgbClr val="0B0B0B"/>
            </a:solidFill>
            <a:prstDash val="solid"/>
          </a:ln>
        </p:spPr>
      </p:sp>
      <p:sp>
        <p:nvSpPr>
          <p:cNvPr id="2" name="">
            <a:extLst xmlns:a="http://schemas.openxmlformats.org/drawingml/2006/main">
              <a:ext uri="{FF2B5EF4-FFF2-40B4-BE49-F238E27FC236}">
                <a16:creationId xmlns:a16="http://schemas.microsoft.com/office/drawing/2014/main" id="{C7224B42-09FC-4933-99B9-842BA4646B2C}"/>
              </a:ext>
            </a:extLst>
          </p:cNvPr>
          <p:cNvSpPr>
            <a:spLocks xmlns:a="http://schemas.openxmlformats.org/drawingml/2006/main" noGrp="1"/>
          </p:cNvSpPr>
          <p:nvPr/>
        </p:nvSpPr>
        <p:spPr>
          <a:xfrm xmlns:a="http://schemas.openxmlformats.org/drawingml/2006/main">
            <a:off x="0" y="6686550"/>
            <a:ext cx="12192000" cy="1714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3" name="">
            <a:extLst xmlns:a="http://schemas.openxmlformats.org/drawingml/2006/main">
              <a:ext uri="{FF2B5EF4-FFF2-40B4-BE49-F238E27FC236}">
                <a16:creationId xmlns:a16="http://schemas.microsoft.com/office/drawing/2014/main" id="{30496BB2-7EB8-43CA-ADB1-29EDACE4F273}"/>
              </a:ext>
            </a:extLst>
          </p:cNvPr>
          <p:cNvSpPr>
            <a:spLocks xmlns:a="http://schemas.openxmlformats.org/drawingml/2006/main" noGrp="1"/>
          </p:cNvSpPr>
          <p:nvPr/>
        </p:nvSpPr>
        <p:spPr>
          <a:xfrm xmlns:a="http://schemas.openxmlformats.org/drawingml/2006/main">
            <a:off x="514350" y="2857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5000"/>
              </a:lnSpc>
              <a:buNone/>
              <a:defRPr sz="975" b="1">
                <a:solidFill>
                  <a:srgbClr val="0B0B0B"/>
                </a:solidFill>
                <a:latin typeface="Noto Sans Khmer"/>
                <a:ea typeface="Noto Sans Khmer"/>
                <a:cs typeface="Noto Sans Khmer"/>
              </a:defRPr>
            </a:pPr>
            <a:r>
              <a:rPr sz="975" b="1">
                <a:solidFill>
                  <a:srgbClr val="0B0B0B"/>
                </a:solidFill>
                <a:latin typeface="Noto Sans Khmer"/>
                <a:ea typeface="Noto Sans Khmer"/>
                <a:cs typeface="Noto Sans Khmer"/>
              </a:rPr>
              <a:t>KWD USER ADOPTION PLAN</a:t>
            </a:r>
          </a:p>
        </p:txBody>
      </p:sp>
      <p:sp>
        <p:nvSpPr>
          <p:cNvPr id="4" name="">
            <a:extLst xmlns:a="http://schemas.openxmlformats.org/drawingml/2006/main">
              <a:ext uri="{FF2B5EF4-FFF2-40B4-BE49-F238E27FC236}">
                <a16:creationId xmlns:a16="http://schemas.microsoft.com/office/drawing/2014/main" id="{0D9E163A-1118-4C00-A5BA-BD25A71A8D98}"/>
              </a:ext>
            </a:extLst>
          </p:cNvPr>
          <p:cNvSpPr>
            <a:spLocks xmlns:a="http://schemas.openxmlformats.org/drawingml/2006/main" noGrp="1"/>
          </p:cNvSpPr>
          <p:nvPr/>
        </p:nvSpPr>
        <p:spPr>
          <a:xfrm xmlns:a="http://schemas.openxmlformats.org/drawingml/2006/main">
            <a:off x="11163300" y="266700"/>
            <a:ext cx="514350" cy="323850"/>
          </a:xfrm>
          <a:prstGeom xmlns:a="http://schemas.openxmlformats.org/drawingml/2006/main" prst="rect">
            <a:avLst/>
          </a:prstGeom>
          <a:solidFill xmlns:a="http://schemas.openxmlformats.org/drawingml/2006/main">
            <a:srgbClr val="EAB308"/>
          </a:solidFill>
          <a:ln xmlns:a="http://schemas.openxmlformats.org/drawingml/2006/main" w="28575">
            <a:solidFill>
              <a:srgbClr val="0B0B0B"/>
            </a:solid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lnSpc>
                <a:spcPct val="105000"/>
              </a:lnSpc>
              <a:buNone/>
              <a:defRPr sz="1350" b="1">
                <a:solidFill>
                  <a:srgbClr val="0B0B0B"/>
                </a:solidFill>
                <a:latin typeface="Noto Sans Khmer"/>
                <a:ea typeface="Noto Sans Khmer"/>
                <a:cs typeface="Noto Sans Khmer"/>
              </a:defRPr>
            </a:pPr>
            <a:r>
              <a:rPr sz="1350" b="1">
                <a:solidFill>
                  <a:srgbClr val="0B0B0B"/>
                </a:solidFill>
                <a:latin typeface="Noto Sans Khmer"/>
                <a:ea typeface="Noto Sans Khmer"/>
                <a:cs typeface="Noto Sans Khmer"/>
              </a:rPr>
              <a:t>12</a:t>
            </a:r>
          </a:p>
        </p:txBody>
      </p:sp>
      <p:sp>
        <p:nvSpPr>
          <p:cNvPr id="5" name="">
            <a:extLst xmlns:a="http://schemas.openxmlformats.org/drawingml/2006/main">
              <a:ext uri="{FF2B5EF4-FFF2-40B4-BE49-F238E27FC236}">
                <a16:creationId xmlns:a16="http://schemas.microsoft.com/office/drawing/2014/main" id="{F16422B4-CF8F-4718-BF35-E46EDD7F8E09}"/>
              </a:ext>
            </a:extLst>
          </p:cNvPr>
          <p:cNvSpPr>
            <a:spLocks xmlns:a="http://schemas.openxmlformats.org/drawingml/2006/main" noGrp="1"/>
          </p:cNvSpPr>
          <p:nvPr/>
        </p:nvSpPr>
        <p:spPr>
          <a:xfrm xmlns:a="http://schemas.openxmlformats.org/drawingml/2006/main">
            <a:off x="514350" y="609600"/>
            <a:ext cx="8096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98000"/>
              </a:lnSpc>
              <a:buNone/>
              <a:defRPr sz="2850" b="1">
                <a:solidFill>
                  <a:srgbClr val="0B0B0B"/>
                </a:solidFill>
                <a:latin typeface="Noto Sans Khmer"/>
                <a:ea typeface="Noto Sans Khmer"/>
                <a:cs typeface="Noto Sans Khmer"/>
              </a:defRPr>
            </a:pPr>
            <a:r>
              <a:rPr sz="2850" b="1">
                <a:solidFill>
                  <a:srgbClr val="0B0B0B"/>
                </a:solidFill>
                <a:latin typeface="Noto Sans Khmer"/>
                <a:ea typeface="Noto Sans Khmer"/>
                <a:cs typeface="Noto Sans Khmer"/>
              </a:rPr>
              <a:t>Business Forecast: small targets, clear path</a:t>
            </a:r>
          </a:p>
        </p:txBody>
      </p:sp>
      <p:sp>
        <p:nvSpPr>
          <p:cNvPr id="6" name="">
            <a:extLst xmlns:a="http://schemas.openxmlformats.org/drawingml/2006/main">
              <a:ext uri="{FF2B5EF4-FFF2-40B4-BE49-F238E27FC236}">
                <a16:creationId xmlns:a16="http://schemas.microsoft.com/office/drawing/2014/main" id="{75A15371-C3C2-4946-97BE-1A62E0CE86E8}"/>
              </a:ext>
            </a:extLst>
          </p:cNvPr>
          <p:cNvSpPr>
            <a:spLocks xmlns:a="http://schemas.openxmlformats.org/drawingml/2006/main" noGrp="1"/>
          </p:cNvSpPr>
          <p:nvPr/>
        </p:nvSpPr>
        <p:spPr>
          <a:xfrm xmlns:a="http://schemas.openxmlformats.org/drawingml/2006/main">
            <a:off x="552450" y="1276350"/>
            <a:ext cx="790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5000"/>
              </a:lnSpc>
              <a:buNone/>
              <a:defRPr sz="1275" b="0">
                <a:solidFill>
                  <a:srgbClr val="383838"/>
                </a:solidFill>
                <a:latin typeface="Noto Sans Khmer"/>
                <a:ea typeface="Noto Sans Khmer"/>
                <a:cs typeface="Noto Sans Khmer"/>
              </a:defRPr>
            </a:pPr>
            <a:r>
              <a:rPr sz="1275" b="0">
                <a:solidFill>
                  <a:srgbClr val="383838"/>
                </a:solidFill>
                <a:latin typeface="Noto Sans Khmer"/>
                <a:ea typeface="Noto Sans Khmer"/>
                <a:cs typeface="Noto Sans Khmer"/>
              </a:rPr>
              <a:t>The document projects paid subscribers and revenue growth from 2026 to 2028.</a:t>
            </a:r>
          </a:p>
        </p:txBody>
      </p:sp>
      <p:sp>
        <p:nvSpPr>
          <p:cNvPr id="7" name="">
            <a:extLst xmlns:a="http://schemas.openxmlformats.org/drawingml/2006/main">
              <a:ext uri="{FF2B5EF4-FFF2-40B4-BE49-F238E27FC236}">
                <a16:creationId xmlns:a16="http://schemas.microsoft.com/office/drawing/2014/main" id="{E054ED5A-2F3B-4594-B5A7-E215A113E43B}"/>
              </a:ext>
            </a:extLst>
          </p:cNvPr>
          <p:cNvSpPr>
            <a:spLocks xmlns:a="http://schemas.openxmlformats.org/drawingml/2006/main" noGrp="1"/>
          </p:cNvSpPr>
          <p:nvPr/>
        </p:nvSpPr>
        <p:spPr>
          <a:xfrm xmlns:a="http://schemas.openxmlformats.org/drawingml/2006/main">
            <a:off x="752475" y="1743075"/>
            <a:ext cx="4953000" cy="31432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8" name="">
            <a:extLst xmlns:a="http://schemas.openxmlformats.org/drawingml/2006/main">
              <a:ext uri="{FF2B5EF4-FFF2-40B4-BE49-F238E27FC236}">
                <a16:creationId xmlns:a16="http://schemas.microsoft.com/office/drawing/2014/main" id="{3D13A240-6BCE-4690-83D1-A98BA1C0044C}"/>
              </a:ext>
            </a:extLst>
          </p:cNvPr>
          <p:cNvSpPr>
            <a:spLocks xmlns:a="http://schemas.openxmlformats.org/drawingml/2006/main" noGrp="1"/>
          </p:cNvSpPr>
          <p:nvPr/>
        </p:nvSpPr>
        <p:spPr>
          <a:xfrm xmlns:a="http://schemas.openxmlformats.org/drawingml/2006/main">
            <a:off x="685800" y="1676400"/>
            <a:ext cx="4953000" cy="314325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9" name="">
            <a:extLst xmlns:a="http://schemas.openxmlformats.org/drawingml/2006/main">
              <a:ext uri="{FF2B5EF4-FFF2-40B4-BE49-F238E27FC236}">
                <a16:creationId xmlns:a16="http://schemas.microsoft.com/office/drawing/2014/main" id="{1507739E-980F-45C5-9168-AE89462A6DB2}"/>
              </a:ext>
            </a:extLst>
          </p:cNvPr>
          <p:cNvSpPr>
            <a:spLocks xmlns:a="http://schemas.openxmlformats.org/drawingml/2006/main" noGrp="1"/>
          </p:cNvSpPr>
          <p:nvPr/>
        </p:nvSpPr>
        <p:spPr>
          <a:xfrm xmlns:a="http://schemas.openxmlformats.org/drawingml/2006/main">
            <a:off x="914400" y="184785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87302"/>
          </a:bodyPr>
          <a:lstStyle xmlns:a="http://schemas.openxmlformats.org/drawingml/2006/main"/>
          <a:p xmlns:a="http://schemas.openxmlformats.org/drawingml/2006/main">
            <a:pPr algn="ctr">
              <a:lnSpc>
                <a:spcPct val="105000"/>
              </a:lnSpc>
              <a:buNone/>
              <a:defRPr sz="1500" b="1">
                <a:solidFill>
                  <a:srgbClr val="0B0B0B"/>
                </a:solidFill>
                <a:latin typeface="Noto Sans Khmer"/>
                <a:ea typeface="Noto Sans Khmer"/>
                <a:cs typeface="Noto Sans Khmer"/>
              </a:defRPr>
            </a:pPr>
            <a:r>
              <a:rPr sz="1500" b="1">
                <a:solidFill>
                  <a:srgbClr val="0B0B0B"/>
                </a:solidFill>
                <a:latin typeface="Noto Sans Khmer"/>
                <a:ea typeface="Noto Sans Khmer"/>
                <a:cs typeface="Noto Sans Khmer"/>
              </a:rPr>
              <a:t>Paid subscriber target</a:t>
            </a:r>
          </a:p>
        </p:txBody>
      </p:sp>
      <p:graphicFrame>
        <p:nvGraphicFramePr>
          <p:cNvPr id="40" name="Chart"/>
          <p:cNvGraphicFramePr/>
          <p:nvPr/>
        </p:nvGraphicFramePr>
        <p:xfrm>
          <a:off xmlns:a="http://schemas.openxmlformats.org/drawingml/2006/main" x="1028700" y="2305050"/>
          <a:ext xmlns:a="http://schemas.openxmlformats.org/drawingml/2006/main" cx="4095750" cy="2095500"/>
        </p:xfrm>
        <a:graphic xmlns:a="http://schemas.openxmlformats.org/drawingml/2006/main">
          <a:graphicData uri="http://schemas.openxmlformats.org/drawingml/2006/chart">
            <c:chart xmlns:r="http://schemas.openxmlformats.org/officeDocument/2006/relationships" xmlns:c="http://schemas.openxmlformats.org/drawingml/2006/chart" r:id="R9ba603ab1d0f4ee4"/>
          </a:graphicData>
        </a:graphic>
      </p:graphicFrame>
      <p:sp>
        <p:nvSpPr>
          <p:cNvPr id="11" name="">
            <a:extLst xmlns:a="http://schemas.openxmlformats.org/drawingml/2006/main">
              <a:ext uri="{FF2B5EF4-FFF2-40B4-BE49-F238E27FC236}">
                <a16:creationId xmlns:a16="http://schemas.microsoft.com/office/drawing/2014/main" id="{BAC373A2-EC6C-4366-851F-DED1D0F873DB}"/>
              </a:ext>
            </a:extLst>
          </p:cNvPr>
          <p:cNvSpPr>
            <a:spLocks xmlns:a="http://schemas.openxmlformats.org/drawingml/2006/main" noGrp="1"/>
          </p:cNvSpPr>
          <p:nvPr/>
        </p:nvSpPr>
        <p:spPr>
          <a:xfrm xmlns:a="http://schemas.openxmlformats.org/drawingml/2006/main">
            <a:off x="6619875" y="1743075"/>
            <a:ext cx="4953000" cy="31432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12" name="">
            <a:extLst xmlns:a="http://schemas.openxmlformats.org/drawingml/2006/main">
              <a:ext uri="{FF2B5EF4-FFF2-40B4-BE49-F238E27FC236}">
                <a16:creationId xmlns:a16="http://schemas.microsoft.com/office/drawing/2014/main" id="{FAF7C33F-2B22-4814-A25E-B5625E428942}"/>
              </a:ext>
            </a:extLst>
          </p:cNvPr>
          <p:cNvSpPr>
            <a:spLocks xmlns:a="http://schemas.openxmlformats.org/drawingml/2006/main" noGrp="1"/>
          </p:cNvSpPr>
          <p:nvPr/>
        </p:nvSpPr>
        <p:spPr>
          <a:xfrm xmlns:a="http://schemas.openxmlformats.org/drawingml/2006/main">
            <a:off x="6553200" y="1676400"/>
            <a:ext cx="4953000" cy="314325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13" name="">
            <a:extLst xmlns:a="http://schemas.openxmlformats.org/drawingml/2006/main">
              <a:ext uri="{FF2B5EF4-FFF2-40B4-BE49-F238E27FC236}">
                <a16:creationId xmlns:a16="http://schemas.microsoft.com/office/drawing/2014/main" id="{BECDBA3E-7161-4B54-AB80-6D4054ED567E}"/>
              </a:ext>
            </a:extLst>
          </p:cNvPr>
          <p:cNvSpPr>
            <a:spLocks xmlns:a="http://schemas.openxmlformats.org/drawingml/2006/main" noGrp="1"/>
          </p:cNvSpPr>
          <p:nvPr/>
        </p:nvSpPr>
        <p:spPr>
          <a:xfrm xmlns:a="http://schemas.openxmlformats.org/drawingml/2006/main">
            <a:off x="6781800" y="184785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87302"/>
          </a:bodyPr>
          <a:lstStyle xmlns:a="http://schemas.openxmlformats.org/drawingml/2006/main"/>
          <a:p xmlns:a="http://schemas.openxmlformats.org/drawingml/2006/main">
            <a:pPr algn="ctr">
              <a:lnSpc>
                <a:spcPct val="105000"/>
              </a:lnSpc>
              <a:buNone/>
              <a:defRPr sz="1500" b="1">
                <a:solidFill>
                  <a:srgbClr val="0B0B0B"/>
                </a:solidFill>
                <a:latin typeface="Noto Sans Khmer"/>
                <a:ea typeface="Noto Sans Khmer"/>
                <a:cs typeface="Noto Sans Khmer"/>
              </a:defRPr>
            </a:pPr>
            <a:r>
              <a:rPr sz="1500" b="1">
                <a:solidFill>
                  <a:srgbClr val="0B0B0B"/>
                </a:solidFill>
                <a:latin typeface="Noto Sans Khmer"/>
                <a:ea typeface="Noto Sans Khmer"/>
                <a:cs typeface="Noto Sans Khmer"/>
              </a:rPr>
              <a:t>ARR, cost, and net profit</a:t>
            </a:r>
          </a:p>
        </p:txBody>
      </p:sp>
      <p:graphicFrame>
        <p:nvGraphicFramePr>
          <p:cNvPr id="44" name="Chart"/>
          <p:cNvGraphicFramePr/>
          <p:nvPr/>
        </p:nvGraphicFramePr>
        <p:xfrm>
          <a:off xmlns:a="http://schemas.openxmlformats.org/drawingml/2006/main" x="6781800" y="2305050"/>
          <a:ext xmlns:a="http://schemas.openxmlformats.org/drawingml/2006/main" cx="4286250" cy="2095500"/>
        </p:xfrm>
        <a:graphic xmlns:a="http://schemas.openxmlformats.org/drawingml/2006/main">
          <a:graphicData uri="http://schemas.openxmlformats.org/drawingml/2006/chart">
            <c:chart xmlns:r="http://schemas.openxmlformats.org/officeDocument/2006/relationships" xmlns:c="http://schemas.openxmlformats.org/drawingml/2006/chart" r:id="R685cb6be7ffd43ca"/>
          </a:graphicData>
        </a:graphic>
      </p:graphicFrame>
      <p:sp>
        <p:nvSpPr>
          <p:cNvPr id="15" name="">
            <a:extLst xmlns:a="http://schemas.openxmlformats.org/drawingml/2006/main">
              <a:ext uri="{FF2B5EF4-FFF2-40B4-BE49-F238E27FC236}">
                <a16:creationId xmlns:a16="http://schemas.microsoft.com/office/drawing/2014/main" id="{DAC01BFA-C983-434E-8D7B-ABB68174C326}"/>
              </a:ext>
            </a:extLst>
          </p:cNvPr>
          <p:cNvSpPr>
            <a:spLocks xmlns:a="http://schemas.openxmlformats.org/drawingml/2006/main" noGrp="1"/>
          </p:cNvSpPr>
          <p:nvPr/>
        </p:nvSpPr>
        <p:spPr>
          <a:xfrm xmlns:a="http://schemas.openxmlformats.org/drawingml/2006/main">
            <a:off x="914400" y="5314950"/>
            <a:ext cx="2190750" cy="99060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16" name="">
            <a:extLst xmlns:a="http://schemas.openxmlformats.org/drawingml/2006/main">
              <a:ext uri="{FF2B5EF4-FFF2-40B4-BE49-F238E27FC236}">
                <a16:creationId xmlns:a16="http://schemas.microsoft.com/office/drawing/2014/main" id="{30E6A80E-F851-4DFB-A4AF-F66C792F89E7}"/>
              </a:ext>
            </a:extLst>
          </p:cNvPr>
          <p:cNvSpPr>
            <a:spLocks xmlns:a="http://schemas.openxmlformats.org/drawingml/2006/main" noGrp="1"/>
          </p:cNvSpPr>
          <p:nvPr/>
        </p:nvSpPr>
        <p:spPr>
          <a:xfrm xmlns:a="http://schemas.openxmlformats.org/drawingml/2006/main">
            <a:off x="857250" y="5257800"/>
            <a:ext cx="2190750" cy="99060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17" name="">
            <a:extLst xmlns:a="http://schemas.openxmlformats.org/drawingml/2006/main">
              <a:ext uri="{FF2B5EF4-FFF2-40B4-BE49-F238E27FC236}">
                <a16:creationId xmlns:a16="http://schemas.microsoft.com/office/drawing/2014/main" id="{FE209612-E126-4600-A0B8-3D31C2ABCC04}"/>
              </a:ext>
            </a:extLst>
          </p:cNvPr>
          <p:cNvSpPr>
            <a:spLocks xmlns:a="http://schemas.openxmlformats.org/drawingml/2006/main" noGrp="1"/>
          </p:cNvSpPr>
          <p:nvPr/>
        </p:nvSpPr>
        <p:spPr>
          <a:xfrm xmlns:a="http://schemas.openxmlformats.org/drawingml/2006/main">
            <a:off x="971550" y="5410200"/>
            <a:ext cx="1962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98039"/>
          </a:bodyPr>
          <a:lstStyle xmlns:a="http://schemas.openxmlformats.org/drawingml/2006/main"/>
          <a:p xmlns:a="http://schemas.openxmlformats.org/drawingml/2006/main">
            <a:pPr algn="ctr">
              <a:lnSpc>
                <a:spcPct val="105000"/>
              </a:lnSpc>
              <a:buNone/>
              <a:defRPr sz="2550" b="1">
                <a:solidFill>
                  <a:srgbClr val="2563EB"/>
                </a:solidFill>
                <a:latin typeface="Noto Sans Khmer"/>
                <a:ea typeface="Noto Sans Khmer"/>
                <a:cs typeface="Noto Sans Khmer"/>
              </a:defRPr>
            </a:pPr>
            <a:r>
              <a:rPr sz="2550" b="1">
                <a:solidFill>
                  <a:srgbClr val="2563EB"/>
                </a:solidFill>
                <a:latin typeface="Noto Sans Khmer"/>
                <a:ea typeface="Noto Sans Khmer"/>
                <a:cs typeface="Noto Sans Khmer"/>
              </a:rPr>
              <a:t>100</a:t>
            </a:r>
          </a:p>
        </p:txBody>
      </p:sp>
      <p:sp>
        <p:nvSpPr>
          <p:cNvPr id="18" name="">
            <a:extLst xmlns:a="http://schemas.openxmlformats.org/drawingml/2006/main">
              <a:ext uri="{FF2B5EF4-FFF2-40B4-BE49-F238E27FC236}">
                <a16:creationId xmlns:a16="http://schemas.microsoft.com/office/drawing/2014/main" id="{B9C3E1E2-A418-45C1-A0A7-ED9E740C26FF}"/>
              </a:ext>
            </a:extLst>
          </p:cNvPr>
          <p:cNvSpPr>
            <a:spLocks xmlns:a="http://schemas.openxmlformats.org/drawingml/2006/main" noGrp="1"/>
          </p:cNvSpPr>
          <p:nvPr/>
        </p:nvSpPr>
        <p:spPr>
          <a:xfrm xmlns:a="http://schemas.openxmlformats.org/drawingml/2006/main">
            <a:off x="971550" y="5943600"/>
            <a:ext cx="1962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ctr">
              <a:lnSpc>
                <a:spcPct val="105000"/>
              </a:lnSpc>
              <a:buNone/>
              <a:defRPr sz="1125" b="1">
                <a:solidFill>
                  <a:srgbClr val="0B0B0B"/>
                </a:solidFill>
                <a:latin typeface="Noto Sans Khmer"/>
                <a:ea typeface="Noto Sans Khmer"/>
                <a:cs typeface="Noto Sans Khmer"/>
              </a:defRPr>
            </a:pPr>
            <a:r>
              <a:rPr sz="1125" b="1">
                <a:solidFill>
                  <a:srgbClr val="0B0B0B"/>
                </a:solidFill>
                <a:latin typeface="Noto Sans Khmer"/>
                <a:ea typeface="Noto Sans Khmer"/>
                <a:cs typeface="Noto Sans Khmer"/>
              </a:rPr>
              <a:t>Year 1 paid subscribers</a:t>
            </a:r>
          </a:p>
        </p:txBody>
      </p:sp>
      <p:sp>
        <p:nvSpPr>
          <p:cNvPr id="19" name="">
            <a:extLst xmlns:a="http://schemas.openxmlformats.org/drawingml/2006/main">
              <a:ext uri="{FF2B5EF4-FFF2-40B4-BE49-F238E27FC236}">
                <a16:creationId xmlns:a16="http://schemas.microsoft.com/office/drawing/2014/main" id="{7FC5B146-A390-4737-A4E3-93E149FD0D6A}"/>
              </a:ext>
            </a:extLst>
          </p:cNvPr>
          <p:cNvSpPr>
            <a:spLocks xmlns:a="http://schemas.openxmlformats.org/drawingml/2006/main" noGrp="1"/>
          </p:cNvSpPr>
          <p:nvPr/>
        </p:nvSpPr>
        <p:spPr>
          <a:xfrm xmlns:a="http://schemas.openxmlformats.org/drawingml/2006/main">
            <a:off x="3695700" y="5314950"/>
            <a:ext cx="2190750" cy="99060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20" name="">
            <a:extLst xmlns:a="http://schemas.openxmlformats.org/drawingml/2006/main">
              <a:ext uri="{FF2B5EF4-FFF2-40B4-BE49-F238E27FC236}">
                <a16:creationId xmlns:a16="http://schemas.microsoft.com/office/drawing/2014/main" id="{D06DCD4F-BF4E-4235-81EA-099822ACCA48}"/>
              </a:ext>
            </a:extLst>
          </p:cNvPr>
          <p:cNvSpPr>
            <a:spLocks xmlns:a="http://schemas.openxmlformats.org/drawingml/2006/main" noGrp="1"/>
          </p:cNvSpPr>
          <p:nvPr/>
        </p:nvSpPr>
        <p:spPr>
          <a:xfrm xmlns:a="http://schemas.openxmlformats.org/drawingml/2006/main">
            <a:off x="3638550" y="5257800"/>
            <a:ext cx="2190750" cy="99060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21" name="">
            <a:extLst xmlns:a="http://schemas.openxmlformats.org/drawingml/2006/main">
              <a:ext uri="{FF2B5EF4-FFF2-40B4-BE49-F238E27FC236}">
                <a16:creationId xmlns:a16="http://schemas.microsoft.com/office/drawing/2014/main" id="{9A049EF2-2187-4560-A8CE-AA68D949C976}"/>
              </a:ext>
            </a:extLst>
          </p:cNvPr>
          <p:cNvSpPr>
            <a:spLocks xmlns:a="http://schemas.openxmlformats.org/drawingml/2006/main" noGrp="1"/>
          </p:cNvSpPr>
          <p:nvPr/>
        </p:nvSpPr>
        <p:spPr>
          <a:xfrm xmlns:a="http://schemas.openxmlformats.org/drawingml/2006/main">
            <a:off x="3752850" y="5410200"/>
            <a:ext cx="1962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98039"/>
          </a:bodyPr>
          <a:lstStyle xmlns:a="http://schemas.openxmlformats.org/drawingml/2006/main"/>
          <a:p xmlns:a="http://schemas.openxmlformats.org/drawingml/2006/main">
            <a:pPr algn="ctr">
              <a:lnSpc>
                <a:spcPct val="105000"/>
              </a:lnSpc>
              <a:buNone/>
              <a:defRPr sz="2550" b="1">
                <a:solidFill>
                  <a:srgbClr val="16A34A"/>
                </a:solidFill>
                <a:latin typeface="Noto Sans Khmer"/>
                <a:ea typeface="Noto Sans Khmer"/>
                <a:cs typeface="Noto Sans Khmer"/>
              </a:defRPr>
            </a:pPr>
            <a:r>
              <a:rPr sz="2550" b="1">
                <a:solidFill>
                  <a:srgbClr val="16A34A"/>
                </a:solidFill>
                <a:latin typeface="Noto Sans Khmer"/>
                <a:ea typeface="Noto Sans Khmer"/>
                <a:cs typeface="Noto Sans Khmer"/>
              </a:rPr>
              <a:t>$12,360</a:t>
            </a:r>
          </a:p>
        </p:txBody>
      </p:sp>
      <p:sp>
        <p:nvSpPr>
          <p:cNvPr id="22" name="">
            <a:extLst xmlns:a="http://schemas.openxmlformats.org/drawingml/2006/main">
              <a:ext uri="{FF2B5EF4-FFF2-40B4-BE49-F238E27FC236}">
                <a16:creationId xmlns:a16="http://schemas.microsoft.com/office/drawing/2014/main" id="{61ECA786-263C-488A-B03B-B425D27DEC16}"/>
              </a:ext>
            </a:extLst>
          </p:cNvPr>
          <p:cNvSpPr>
            <a:spLocks xmlns:a="http://schemas.openxmlformats.org/drawingml/2006/main" noGrp="1"/>
          </p:cNvSpPr>
          <p:nvPr/>
        </p:nvSpPr>
        <p:spPr>
          <a:xfrm xmlns:a="http://schemas.openxmlformats.org/drawingml/2006/main">
            <a:off x="3752850" y="5943600"/>
            <a:ext cx="1962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ctr">
              <a:lnSpc>
                <a:spcPct val="105000"/>
              </a:lnSpc>
              <a:buNone/>
              <a:defRPr sz="1125" b="1">
                <a:solidFill>
                  <a:srgbClr val="0B0B0B"/>
                </a:solidFill>
                <a:latin typeface="Noto Sans Khmer"/>
                <a:ea typeface="Noto Sans Khmer"/>
                <a:cs typeface="Noto Sans Khmer"/>
              </a:defRPr>
            </a:pPr>
            <a:r>
              <a:rPr sz="1125" b="1">
                <a:solidFill>
                  <a:srgbClr val="0B0B0B"/>
                </a:solidFill>
                <a:latin typeface="Noto Sans Khmer"/>
                <a:ea typeface="Noto Sans Khmer"/>
                <a:cs typeface="Noto Sans Khmer"/>
              </a:rPr>
              <a:t>Year 1 ARR</a:t>
            </a:r>
          </a:p>
        </p:txBody>
      </p:sp>
      <p:sp>
        <p:nvSpPr>
          <p:cNvPr id="23" name="">
            <a:extLst xmlns:a="http://schemas.openxmlformats.org/drawingml/2006/main">
              <a:ext uri="{FF2B5EF4-FFF2-40B4-BE49-F238E27FC236}">
                <a16:creationId xmlns:a16="http://schemas.microsoft.com/office/drawing/2014/main" id="{5303D725-FE33-4431-A74C-60F478D81B1F}"/>
              </a:ext>
            </a:extLst>
          </p:cNvPr>
          <p:cNvSpPr>
            <a:spLocks xmlns:a="http://schemas.openxmlformats.org/drawingml/2006/main" noGrp="1"/>
          </p:cNvSpPr>
          <p:nvPr/>
        </p:nvSpPr>
        <p:spPr>
          <a:xfrm xmlns:a="http://schemas.openxmlformats.org/drawingml/2006/main">
            <a:off x="6477000" y="5314950"/>
            <a:ext cx="2190750" cy="99060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24" name="">
            <a:extLst xmlns:a="http://schemas.openxmlformats.org/drawingml/2006/main">
              <a:ext uri="{FF2B5EF4-FFF2-40B4-BE49-F238E27FC236}">
                <a16:creationId xmlns:a16="http://schemas.microsoft.com/office/drawing/2014/main" id="{5D324D91-6B54-4F4D-A45C-2E6EA5C555D6}"/>
              </a:ext>
            </a:extLst>
          </p:cNvPr>
          <p:cNvSpPr>
            <a:spLocks xmlns:a="http://schemas.openxmlformats.org/drawingml/2006/main" noGrp="1"/>
          </p:cNvSpPr>
          <p:nvPr/>
        </p:nvSpPr>
        <p:spPr>
          <a:xfrm xmlns:a="http://schemas.openxmlformats.org/drawingml/2006/main">
            <a:off x="6419850" y="5257800"/>
            <a:ext cx="2190750" cy="99060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25" name="">
            <a:extLst xmlns:a="http://schemas.openxmlformats.org/drawingml/2006/main">
              <a:ext uri="{FF2B5EF4-FFF2-40B4-BE49-F238E27FC236}">
                <a16:creationId xmlns:a16="http://schemas.microsoft.com/office/drawing/2014/main" id="{924BF3A1-6789-4859-9059-BEBD6B03411F}"/>
              </a:ext>
            </a:extLst>
          </p:cNvPr>
          <p:cNvSpPr>
            <a:spLocks xmlns:a="http://schemas.openxmlformats.org/drawingml/2006/main" noGrp="1"/>
          </p:cNvSpPr>
          <p:nvPr/>
        </p:nvSpPr>
        <p:spPr>
          <a:xfrm xmlns:a="http://schemas.openxmlformats.org/drawingml/2006/main">
            <a:off x="6534150" y="5410200"/>
            <a:ext cx="1962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98039"/>
          </a:bodyPr>
          <a:lstStyle xmlns:a="http://schemas.openxmlformats.org/drawingml/2006/main"/>
          <a:p xmlns:a="http://schemas.openxmlformats.org/drawingml/2006/main">
            <a:pPr algn="ctr">
              <a:lnSpc>
                <a:spcPct val="105000"/>
              </a:lnSpc>
              <a:buNone/>
              <a:defRPr sz="2550" b="1">
                <a:solidFill>
                  <a:srgbClr val="F97316"/>
                </a:solidFill>
                <a:latin typeface="Noto Sans Khmer"/>
                <a:ea typeface="Noto Sans Khmer"/>
                <a:cs typeface="Noto Sans Khmer"/>
              </a:defRPr>
            </a:pPr>
            <a:r>
              <a:rPr sz="2550" b="1">
                <a:solidFill>
                  <a:srgbClr val="F97316"/>
                </a:solidFill>
                <a:latin typeface="Noto Sans Khmer"/>
                <a:ea typeface="Noto Sans Khmer"/>
                <a:cs typeface="Noto Sans Khmer"/>
              </a:rPr>
              <a:t>~$80</a:t>
            </a:r>
          </a:p>
        </p:txBody>
      </p:sp>
      <p:sp>
        <p:nvSpPr>
          <p:cNvPr id="26" name="">
            <a:extLst xmlns:a="http://schemas.openxmlformats.org/drawingml/2006/main">
              <a:ext uri="{FF2B5EF4-FFF2-40B4-BE49-F238E27FC236}">
                <a16:creationId xmlns:a16="http://schemas.microsoft.com/office/drawing/2014/main" id="{FD0A3A71-2BA3-47A8-9E7C-91C350475375}"/>
              </a:ext>
            </a:extLst>
          </p:cNvPr>
          <p:cNvSpPr>
            <a:spLocks xmlns:a="http://schemas.openxmlformats.org/drawingml/2006/main" noGrp="1"/>
          </p:cNvSpPr>
          <p:nvPr/>
        </p:nvSpPr>
        <p:spPr>
          <a:xfrm xmlns:a="http://schemas.openxmlformats.org/drawingml/2006/main">
            <a:off x="6534150" y="5943600"/>
            <a:ext cx="1962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ctr">
              <a:lnSpc>
                <a:spcPct val="105000"/>
              </a:lnSpc>
              <a:buNone/>
              <a:defRPr sz="1125" b="1">
                <a:solidFill>
                  <a:srgbClr val="0B0B0B"/>
                </a:solidFill>
                <a:latin typeface="Noto Sans Khmer"/>
                <a:ea typeface="Noto Sans Khmer"/>
                <a:cs typeface="Noto Sans Khmer"/>
              </a:defRPr>
            </a:pPr>
            <a:r>
              <a:rPr sz="1125" b="1">
                <a:solidFill>
                  <a:srgbClr val="0B0B0B"/>
                </a:solidFill>
                <a:latin typeface="Noto Sans Khmer"/>
                <a:ea typeface="Noto Sans Khmer"/>
                <a:cs typeface="Noto Sans Khmer"/>
              </a:rPr>
              <a:t>initial monthly operating cost</a:t>
            </a:r>
          </a:p>
        </p:txBody>
      </p:sp>
      <p:sp>
        <p:nvSpPr>
          <p:cNvPr id="27" name="">
            <a:extLst xmlns:a="http://schemas.openxmlformats.org/drawingml/2006/main">
              <a:ext uri="{FF2B5EF4-FFF2-40B4-BE49-F238E27FC236}">
                <a16:creationId xmlns:a16="http://schemas.microsoft.com/office/drawing/2014/main" id="{ADF969C0-EFE7-42FB-9ACF-91BF95EC20AE}"/>
              </a:ext>
            </a:extLst>
          </p:cNvPr>
          <p:cNvSpPr>
            <a:spLocks xmlns:a="http://schemas.openxmlformats.org/drawingml/2006/main" noGrp="1"/>
          </p:cNvSpPr>
          <p:nvPr/>
        </p:nvSpPr>
        <p:spPr>
          <a:xfrm xmlns:a="http://schemas.openxmlformats.org/drawingml/2006/main">
            <a:off x="9258300" y="5314950"/>
            <a:ext cx="2190750" cy="99060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28" name="">
            <a:extLst xmlns:a="http://schemas.openxmlformats.org/drawingml/2006/main">
              <a:ext uri="{FF2B5EF4-FFF2-40B4-BE49-F238E27FC236}">
                <a16:creationId xmlns:a16="http://schemas.microsoft.com/office/drawing/2014/main" id="{4F7BD3EA-4078-42B7-BA17-6E7A5FD1E2E5}"/>
              </a:ext>
            </a:extLst>
          </p:cNvPr>
          <p:cNvSpPr>
            <a:spLocks xmlns:a="http://schemas.openxmlformats.org/drawingml/2006/main" noGrp="1"/>
          </p:cNvSpPr>
          <p:nvPr/>
        </p:nvSpPr>
        <p:spPr>
          <a:xfrm xmlns:a="http://schemas.openxmlformats.org/drawingml/2006/main">
            <a:off x="9201150" y="5257800"/>
            <a:ext cx="2190750" cy="99060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29" name="">
            <a:extLst xmlns:a="http://schemas.openxmlformats.org/drawingml/2006/main">
              <a:ext uri="{FF2B5EF4-FFF2-40B4-BE49-F238E27FC236}">
                <a16:creationId xmlns:a16="http://schemas.microsoft.com/office/drawing/2014/main" id="{677871EF-7679-4F95-BD52-A8544FC33CA1}"/>
              </a:ext>
            </a:extLst>
          </p:cNvPr>
          <p:cNvSpPr>
            <a:spLocks xmlns:a="http://schemas.openxmlformats.org/drawingml/2006/main" noGrp="1"/>
          </p:cNvSpPr>
          <p:nvPr/>
        </p:nvSpPr>
        <p:spPr>
          <a:xfrm xmlns:a="http://schemas.openxmlformats.org/drawingml/2006/main">
            <a:off x="9315450" y="5410200"/>
            <a:ext cx="1962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98039"/>
          </a:bodyPr>
          <a:lstStyle xmlns:a="http://schemas.openxmlformats.org/drawingml/2006/main"/>
          <a:p xmlns:a="http://schemas.openxmlformats.org/drawingml/2006/main">
            <a:pPr algn="ctr">
              <a:lnSpc>
                <a:spcPct val="105000"/>
              </a:lnSpc>
              <a:buNone/>
              <a:defRPr sz="2550" b="1">
                <a:solidFill>
                  <a:srgbClr val="7C3AED"/>
                </a:solidFill>
                <a:latin typeface="Noto Sans Khmer"/>
                <a:ea typeface="Noto Sans Khmer"/>
                <a:cs typeface="Noto Sans Khmer"/>
              </a:defRPr>
            </a:pPr>
            <a:r>
              <a:rPr sz="2550" b="1">
                <a:solidFill>
                  <a:srgbClr val="7C3AED"/>
                </a:solidFill>
                <a:latin typeface="Noto Sans Khmer"/>
                <a:ea typeface="Noto Sans Khmer"/>
                <a:cs typeface="Noto Sans Khmer"/>
              </a:rPr>
              <a:t>$62,000</a:t>
            </a:r>
          </a:p>
        </p:txBody>
      </p:sp>
      <p:sp>
        <p:nvSpPr>
          <p:cNvPr id="30" name="">
            <a:extLst xmlns:a="http://schemas.openxmlformats.org/drawingml/2006/main">
              <a:ext uri="{FF2B5EF4-FFF2-40B4-BE49-F238E27FC236}">
                <a16:creationId xmlns:a16="http://schemas.microsoft.com/office/drawing/2014/main" id="{6DBE92AD-26AF-4550-9378-6E32063AAC20}"/>
              </a:ext>
            </a:extLst>
          </p:cNvPr>
          <p:cNvSpPr>
            <a:spLocks xmlns:a="http://schemas.openxmlformats.org/drawingml/2006/main" noGrp="1"/>
          </p:cNvSpPr>
          <p:nvPr/>
        </p:nvSpPr>
        <p:spPr>
          <a:xfrm xmlns:a="http://schemas.openxmlformats.org/drawingml/2006/main">
            <a:off x="9315450" y="5943600"/>
            <a:ext cx="1962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ctr">
              <a:lnSpc>
                <a:spcPct val="105000"/>
              </a:lnSpc>
              <a:buNone/>
              <a:defRPr sz="1125" b="1">
                <a:solidFill>
                  <a:srgbClr val="0B0B0B"/>
                </a:solidFill>
                <a:latin typeface="Noto Sans Khmer"/>
                <a:ea typeface="Noto Sans Khmer"/>
                <a:cs typeface="Noto Sans Khmer"/>
              </a:defRPr>
            </a:pPr>
            <a:r>
              <a:rPr sz="1125" b="1">
                <a:solidFill>
                  <a:srgbClr val="0B0B0B"/>
                </a:solidFill>
                <a:latin typeface="Noto Sans Khmer"/>
                <a:ea typeface="Noto Sans Khmer"/>
                <a:cs typeface="Noto Sans Khmer"/>
              </a:rPr>
              <a:t>projected ARR by 2028</a:t>
            </a:r>
          </a:p>
        </p:txBody>
      </p:sp>
    </p:spTree>
    <p:extLst>
      <p:ext uri="{BB962C8B-B14F-4D97-AF65-F5344CB8AC3E}">
        <p14:creationId xmlns:p14="http://schemas.microsoft.com/office/powerpoint/2010/main" val="115670183"/>
      </p:ext>
    </p:extLst>
  </p:cSld>
</p:sld>
</file>

<file path=ppt/slides/slide13.xml><?xml version="1.0" encoding="utf-8"?>
<p:sld xmlns:p="http://schemas.openxmlformats.org/presentationml/2006/main">
  <p:cSld>
    <p:bg>
      <p:bgPr>
        <a:solidFill xmlns:a="http://schemas.openxmlformats.org/drawingml/2006/main">
          <a:srgbClr val="FFF8D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45294A2-CE32-42B2-AE5F-F7BDBE42CF58}"/>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EAB308"/>
          </a:solidFill>
          <a:ln xmlns:a="http://schemas.openxmlformats.org/drawingml/2006/main" w="0">
            <a:solidFill>
              <a:srgbClr val="0B0B0B"/>
            </a:solidFill>
            <a:prstDash val="solid"/>
          </a:ln>
        </p:spPr>
      </p:sp>
      <p:sp>
        <p:nvSpPr>
          <p:cNvPr id="2" name="">
            <a:extLst xmlns:a="http://schemas.openxmlformats.org/drawingml/2006/main">
              <a:ext uri="{FF2B5EF4-FFF2-40B4-BE49-F238E27FC236}">
                <a16:creationId xmlns:a16="http://schemas.microsoft.com/office/drawing/2014/main" id="{DA8ABF26-23BF-4B34-BDD7-8DE5C96BBECC}"/>
              </a:ext>
            </a:extLst>
          </p:cNvPr>
          <p:cNvSpPr>
            <a:spLocks xmlns:a="http://schemas.openxmlformats.org/drawingml/2006/main" noGrp="1"/>
          </p:cNvSpPr>
          <p:nvPr/>
        </p:nvSpPr>
        <p:spPr>
          <a:xfrm xmlns:a="http://schemas.openxmlformats.org/drawingml/2006/main">
            <a:off x="0" y="6686550"/>
            <a:ext cx="12192000" cy="1714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3" name="">
            <a:extLst xmlns:a="http://schemas.openxmlformats.org/drawingml/2006/main">
              <a:ext uri="{FF2B5EF4-FFF2-40B4-BE49-F238E27FC236}">
                <a16:creationId xmlns:a16="http://schemas.microsoft.com/office/drawing/2014/main" id="{6F6B63D2-85D9-4547-AE6A-83050B8EDB8F}"/>
              </a:ext>
            </a:extLst>
          </p:cNvPr>
          <p:cNvSpPr>
            <a:spLocks xmlns:a="http://schemas.openxmlformats.org/drawingml/2006/main" noGrp="1"/>
          </p:cNvSpPr>
          <p:nvPr/>
        </p:nvSpPr>
        <p:spPr>
          <a:xfrm xmlns:a="http://schemas.openxmlformats.org/drawingml/2006/main">
            <a:off x="514350" y="2857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5000"/>
              </a:lnSpc>
              <a:buNone/>
              <a:defRPr sz="975" b="1">
                <a:solidFill>
                  <a:srgbClr val="0B0B0B"/>
                </a:solidFill>
                <a:latin typeface="Noto Sans Khmer"/>
                <a:ea typeface="Noto Sans Khmer"/>
                <a:cs typeface="Noto Sans Khmer"/>
              </a:defRPr>
            </a:pPr>
            <a:r>
              <a:rPr sz="975" b="1">
                <a:solidFill>
                  <a:srgbClr val="0B0B0B"/>
                </a:solidFill>
                <a:latin typeface="Noto Sans Khmer"/>
                <a:ea typeface="Noto Sans Khmer"/>
                <a:cs typeface="Noto Sans Khmer"/>
              </a:rPr>
              <a:t>KWD USER ADOPTION PLAN</a:t>
            </a:r>
          </a:p>
        </p:txBody>
      </p:sp>
      <p:sp>
        <p:nvSpPr>
          <p:cNvPr id="4" name="">
            <a:extLst xmlns:a="http://schemas.openxmlformats.org/drawingml/2006/main">
              <a:ext uri="{FF2B5EF4-FFF2-40B4-BE49-F238E27FC236}">
                <a16:creationId xmlns:a16="http://schemas.microsoft.com/office/drawing/2014/main" id="{245FD300-3528-4660-961E-6CD56A53F5C1}"/>
              </a:ext>
            </a:extLst>
          </p:cNvPr>
          <p:cNvSpPr>
            <a:spLocks xmlns:a="http://schemas.openxmlformats.org/drawingml/2006/main" noGrp="1"/>
          </p:cNvSpPr>
          <p:nvPr/>
        </p:nvSpPr>
        <p:spPr>
          <a:xfrm xmlns:a="http://schemas.openxmlformats.org/drawingml/2006/main">
            <a:off x="11163300" y="266700"/>
            <a:ext cx="514350" cy="323850"/>
          </a:xfrm>
          <a:prstGeom xmlns:a="http://schemas.openxmlformats.org/drawingml/2006/main" prst="rect">
            <a:avLst/>
          </a:prstGeom>
          <a:solidFill xmlns:a="http://schemas.openxmlformats.org/drawingml/2006/main">
            <a:srgbClr val="EAB308"/>
          </a:solidFill>
          <a:ln xmlns:a="http://schemas.openxmlformats.org/drawingml/2006/main" w="28575">
            <a:solidFill>
              <a:srgbClr val="0B0B0B"/>
            </a:solid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lnSpc>
                <a:spcPct val="105000"/>
              </a:lnSpc>
              <a:buNone/>
              <a:defRPr sz="1350" b="1">
                <a:solidFill>
                  <a:srgbClr val="0B0B0B"/>
                </a:solidFill>
                <a:latin typeface="Noto Sans Khmer"/>
                <a:ea typeface="Noto Sans Khmer"/>
                <a:cs typeface="Noto Sans Khmer"/>
              </a:defRPr>
            </a:pPr>
            <a:r>
              <a:rPr sz="1350" b="1">
                <a:solidFill>
                  <a:srgbClr val="0B0B0B"/>
                </a:solidFill>
                <a:latin typeface="Noto Sans Khmer"/>
                <a:ea typeface="Noto Sans Khmer"/>
                <a:cs typeface="Noto Sans Khmer"/>
              </a:rPr>
              <a:t>13</a:t>
            </a:r>
          </a:p>
        </p:txBody>
      </p:sp>
      <p:sp>
        <p:nvSpPr>
          <p:cNvPr id="5" name="">
            <a:extLst xmlns:a="http://schemas.openxmlformats.org/drawingml/2006/main">
              <a:ext uri="{FF2B5EF4-FFF2-40B4-BE49-F238E27FC236}">
                <a16:creationId xmlns:a16="http://schemas.microsoft.com/office/drawing/2014/main" id="{F258254C-9C23-48D0-AD02-A5107FD00898}"/>
              </a:ext>
            </a:extLst>
          </p:cNvPr>
          <p:cNvSpPr>
            <a:spLocks xmlns:a="http://schemas.openxmlformats.org/drawingml/2006/main" noGrp="1"/>
          </p:cNvSpPr>
          <p:nvPr/>
        </p:nvSpPr>
        <p:spPr>
          <a:xfrm xmlns:a="http://schemas.openxmlformats.org/drawingml/2006/main">
            <a:off x="514350" y="609600"/>
            <a:ext cx="8096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98000"/>
              </a:lnSpc>
              <a:buNone/>
              <a:defRPr sz="2850" b="1">
                <a:solidFill>
                  <a:srgbClr val="0B0B0B"/>
                </a:solidFill>
                <a:latin typeface="Noto Sans Khmer"/>
                <a:ea typeface="Noto Sans Khmer"/>
                <a:cs typeface="Noto Sans Khmer"/>
              </a:defRPr>
            </a:pPr>
            <a:r>
              <a:rPr sz="2850" b="1">
                <a:solidFill>
                  <a:srgbClr val="0B0B0B"/>
                </a:solidFill>
                <a:latin typeface="Noto Sans Khmer"/>
                <a:ea typeface="Noto Sans Khmer"/>
                <a:cs typeface="Noto Sans Khmer"/>
              </a:rPr>
              <a:t>Retention: why users come back</a:t>
            </a:r>
          </a:p>
        </p:txBody>
      </p:sp>
      <p:sp>
        <p:nvSpPr>
          <p:cNvPr id="6" name="">
            <a:extLst xmlns:a="http://schemas.openxmlformats.org/drawingml/2006/main">
              <a:ext uri="{FF2B5EF4-FFF2-40B4-BE49-F238E27FC236}">
                <a16:creationId xmlns:a16="http://schemas.microsoft.com/office/drawing/2014/main" id="{B713B940-835A-40A7-BA5F-C6B7E9586074}"/>
              </a:ext>
            </a:extLst>
          </p:cNvPr>
          <p:cNvSpPr>
            <a:spLocks xmlns:a="http://schemas.openxmlformats.org/drawingml/2006/main" noGrp="1"/>
          </p:cNvSpPr>
          <p:nvPr/>
        </p:nvSpPr>
        <p:spPr>
          <a:xfrm xmlns:a="http://schemas.openxmlformats.org/drawingml/2006/main">
            <a:off x="552450" y="1276350"/>
            <a:ext cx="790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5000"/>
              </a:lnSpc>
              <a:buNone/>
              <a:defRPr sz="1275" b="0">
                <a:solidFill>
                  <a:srgbClr val="383838"/>
                </a:solidFill>
                <a:latin typeface="Noto Sans Khmer"/>
                <a:ea typeface="Noto Sans Khmer"/>
                <a:cs typeface="Noto Sans Khmer"/>
              </a:defRPr>
            </a:pPr>
            <a:r>
              <a:rPr sz="1275" b="0">
                <a:solidFill>
                  <a:srgbClr val="383838"/>
                </a:solidFill>
                <a:latin typeface="Noto Sans Khmer"/>
                <a:ea typeface="Noto Sans Khmer"/>
                <a:cs typeface="Noto Sans Khmer"/>
              </a:rPr>
              <a:t>KWD combines support, motivation, and measurable retention metrics.</a:t>
            </a:r>
          </a:p>
        </p:txBody>
      </p:sp>
      <p:sp>
        <p:nvSpPr>
          <p:cNvPr id="7" name="">
            <a:extLst xmlns:a="http://schemas.openxmlformats.org/drawingml/2006/main">
              <a:ext uri="{FF2B5EF4-FFF2-40B4-BE49-F238E27FC236}">
                <a16:creationId xmlns:a16="http://schemas.microsoft.com/office/drawing/2014/main" id="{F171CDAD-F78C-4B18-87E3-AC9489B47280}"/>
              </a:ext>
            </a:extLst>
          </p:cNvPr>
          <p:cNvSpPr>
            <a:spLocks xmlns:a="http://schemas.openxmlformats.org/drawingml/2006/main" noGrp="1"/>
          </p:cNvSpPr>
          <p:nvPr/>
        </p:nvSpPr>
        <p:spPr>
          <a:xfrm xmlns:a="http://schemas.openxmlformats.org/drawingml/2006/main">
            <a:off x="762000" y="1866900"/>
            <a:ext cx="2381250" cy="209550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8" name="">
            <a:extLst xmlns:a="http://schemas.openxmlformats.org/drawingml/2006/main">
              <a:ext uri="{FF2B5EF4-FFF2-40B4-BE49-F238E27FC236}">
                <a16:creationId xmlns:a16="http://schemas.microsoft.com/office/drawing/2014/main" id="{FB5C7940-2B7C-40BE-AB9E-B559FA444627}"/>
              </a:ext>
            </a:extLst>
          </p:cNvPr>
          <p:cNvSpPr>
            <a:spLocks xmlns:a="http://schemas.openxmlformats.org/drawingml/2006/main" noGrp="1"/>
          </p:cNvSpPr>
          <p:nvPr/>
        </p:nvSpPr>
        <p:spPr>
          <a:xfrm xmlns:a="http://schemas.openxmlformats.org/drawingml/2006/main">
            <a:off x="685800" y="1790700"/>
            <a:ext cx="2381250" cy="209550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9" name="">
            <a:extLst xmlns:a="http://schemas.openxmlformats.org/drawingml/2006/main">
              <a:ext uri="{FF2B5EF4-FFF2-40B4-BE49-F238E27FC236}">
                <a16:creationId xmlns:a16="http://schemas.microsoft.com/office/drawing/2014/main" id="{6CB4D1B5-DD4B-4CB6-9253-90FB202486CA}"/>
              </a:ext>
            </a:extLst>
          </p:cNvPr>
          <p:cNvSpPr>
            <a:spLocks xmlns:a="http://schemas.openxmlformats.org/drawingml/2006/main" noGrp="1"/>
          </p:cNvSpPr>
          <p:nvPr/>
        </p:nvSpPr>
        <p:spPr>
          <a:xfrm xmlns:a="http://schemas.openxmlformats.org/drawingml/2006/main">
            <a:off x="685800" y="1790700"/>
            <a:ext cx="2381250" cy="323850"/>
          </a:xfrm>
          <a:prstGeom xmlns:a="http://schemas.openxmlformats.org/drawingml/2006/main" prst="rect">
            <a:avLst/>
          </a:prstGeom>
          <a:solidFill xmlns:a="http://schemas.openxmlformats.org/drawingml/2006/main">
            <a:srgbClr val="2563EB"/>
          </a:solidFill>
          <a:ln xmlns:a="http://schemas.openxmlformats.org/drawingml/2006/main" w="0">
            <a:solidFill>
              <a:srgbClr val="0B0B0B"/>
            </a:solidFill>
            <a:prstDash val="solid"/>
          </a:ln>
        </p:spPr>
      </p:sp>
      <p:sp>
        <p:nvSpPr>
          <p:cNvPr id="10" name="">
            <a:extLst xmlns:a="http://schemas.openxmlformats.org/drawingml/2006/main">
              <a:ext uri="{FF2B5EF4-FFF2-40B4-BE49-F238E27FC236}">
                <a16:creationId xmlns:a16="http://schemas.microsoft.com/office/drawing/2014/main" id="{569B207C-B094-49EE-AB70-B5BCA8EE2F41}"/>
              </a:ext>
            </a:extLst>
          </p:cNvPr>
          <p:cNvSpPr>
            <a:spLocks xmlns:a="http://schemas.openxmlformats.org/drawingml/2006/main" noGrp="1"/>
          </p:cNvSpPr>
          <p:nvPr/>
        </p:nvSpPr>
        <p:spPr>
          <a:xfrm xmlns:a="http://schemas.openxmlformats.org/drawingml/2006/main">
            <a:off x="819150" y="1847850"/>
            <a:ext cx="2114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lnSpc>
                <a:spcPct val="105000"/>
              </a:lnSpc>
              <a:buNone/>
              <a:defRPr sz="975" b="1">
                <a:solidFill>
                  <a:srgbClr val="0B0B0B"/>
                </a:solidFill>
                <a:latin typeface="Noto Sans Khmer"/>
                <a:ea typeface="Noto Sans Khmer"/>
                <a:cs typeface="Noto Sans Khmer"/>
              </a:defRPr>
            </a:pPr>
            <a:r>
              <a:rPr sz="975" b="1">
                <a:solidFill>
                  <a:srgbClr val="0B0B0B"/>
                </a:solidFill>
                <a:latin typeface="Noto Sans Khmer"/>
                <a:ea typeface="Noto Sans Khmer"/>
                <a:cs typeface="Noto Sans Khmer"/>
              </a:rPr>
              <a:t>SUPPORT</a:t>
            </a:r>
          </a:p>
        </p:txBody>
      </p:sp>
      <p:sp>
        <p:nvSpPr>
          <p:cNvPr id="11" name="">
            <a:extLst xmlns:a="http://schemas.openxmlformats.org/drawingml/2006/main">
              <a:ext uri="{FF2B5EF4-FFF2-40B4-BE49-F238E27FC236}">
                <a16:creationId xmlns:a16="http://schemas.microsoft.com/office/drawing/2014/main" id="{FD795CC4-5AFD-4F2B-89E1-68A4B8A04B7F}"/>
              </a:ext>
            </a:extLst>
          </p:cNvPr>
          <p:cNvSpPr>
            <a:spLocks xmlns:a="http://schemas.openxmlformats.org/drawingml/2006/main" noGrp="1"/>
          </p:cNvSpPr>
          <p:nvPr/>
        </p:nvSpPr>
        <p:spPr>
          <a:xfrm xmlns:a="http://schemas.openxmlformats.org/drawingml/2006/main">
            <a:off x="857250" y="2286000"/>
            <a:ext cx="20383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0000"/>
              </a:lnSpc>
              <a:buNone/>
              <a:defRPr sz="1800" b="1">
                <a:solidFill>
                  <a:srgbClr val="0B0B0B"/>
                </a:solidFill>
                <a:latin typeface="Noto Sans Khmer"/>
                <a:ea typeface="Noto Sans Khmer"/>
                <a:cs typeface="Noto Sans Khmer"/>
              </a:defRPr>
            </a:pPr>
            <a:r>
              <a:rPr sz="1800" b="1">
                <a:solidFill>
                  <a:srgbClr val="0B0B0B"/>
                </a:solidFill>
                <a:latin typeface="Noto Sans Khmer"/>
                <a:ea typeface="Noto Sans Khmer"/>
                <a:cs typeface="Noto Sans Khmer"/>
              </a:rPr>
              <a:t>Suar AI and community</a:t>
            </a:r>
          </a:p>
        </p:txBody>
      </p:sp>
      <p:sp>
        <p:nvSpPr>
          <p:cNvPr id="12" name="">
            <a:extLst xmlns:a="http://schemas.openxmlformats.org/drawingml/2006/main">
              <a:ext uri="{FF2B5EF4-FFF2-40B4-BE49-F238E27FC236}">
                <a16:creationId xmlns:a16="http://schemas.microsoft.com/office/drawing/2014/main" id="{1DF95D00-C832-4F49-8A96-2C184244E685}"/>
              </a:ext>
            </a:extLst>
          </p:cNvPr>
          <p:cNvSpPr>
            <a:spLocks xmlns:a="http://schemas.openxmlformats.org/drawingml/2006/main" noGrp="1"/>
          </p:cNvSpPr>
          <p:nvPr/>
        </p:nvSpPr>
        <p:spPr>
          <a:xfrm xmlns:a="http://schemas.openxmlformats.org/drawingml/2006/main">
            <a:off x="857250" y="3105150"/>
            <a:ext cx="2038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87535"/>
          </a:bodyPr>
          <a:lstStyle xmlns:a="http://schemas.openxmlformats.org/drawingml/2006/main"/>
          <a:p xmlns:a="http://schemas.openxmlformats.org/drawingml/2006/main">
            <a:pPr algn="l">
              <a:lnSpc>
                <a:spcPct val="112000"/>
              </a:lnSpc>
              <a:buNone/>
              <a:defRPr sz="1275" b="0">
                <a:solidFill>
                  <a:srgbClr val="303030"/>
                </a:solidFill>
                <a:latin typeface="Noto Sans Khmer"/>
                <a:ea typeface="Noto Sans Khmer"/>
                <a:cs typeface="Noto Sans Khmer"/>
              </a:defRPr>
            </a:pPr>
            <a:r>
              <a:rPr sz="1275" b="0">
                <a:solidFill>
                  <a:srgbClr val="303030"/>
                </a:solidFill>
                <a:latin typeface="Noto Sans Khmer"/>
                <a:ea typeface="Noto Sans Khmer"/>
                <a:cs typeface="Noto Sans Khmer"/>
              </a:rPr>
              <a:t>Suar AI, chat, FAQ, Telegram/Facebook groups help users quickly.</a:t>
            </a:r>
          </a:p>
        </p:txBody>
      </p:sp>
      <p:sp>
        <p:nvSpPr>
          <p:cNvPr id="13" name="">
            <a:extLst xmlns:a="http://schemas.openxmlformats.org/drawingml/2006/main">
              <a:ext uri="{FF2B5EF4-FFF2-40B4-BE49-F238E27FC236}">
                <a16:creationId xmlns:a16="http://schemas.microsoft.com/office/drawing/2014/main" id="{3DB96309-8EB3-4671-A8D1-7ECC3C75E395}"/>
              </a:ext>
            </a:extLst>
          </p:cNvPr>
          <p:cNvSpPr>
            <a:spLocks xmlns:a="http://schemas.openxmlformats.org/drawingml/2006/main" noGrp="1"/>
          </p:cNvSpPr>
          <p:nvPr/>
        </p:nvSpPr>
        <p:spPr>
          <a:xfrm xmlns:a="http://schemas.openxmlformats.org/drawingml/2006/main">
            <a:off x="3581400" y="1866900"/>
            <a:ext cx="2381250" cy="209550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14" name="">
            <a:extLst xmlns:a="http://schemas.openxmlformats.org/drawingml/2006/main">
              <a:ext uri="{FF2B5EF4-FFF2-40B4-BE49-F238E27FC236}">
                <a16:creationId xmlns:a16="http://schemas.microsoft.com/office/drawing/2014/main" id="{B85A25C7-A11D-4B8D-B961-A347BF7C3BB8}"/>
              </a:ext>
            </a:extLst>
          </p:cNvPr>
          <p:cNvSpPr>
            <a:spLocks xmlns:a="http://schemas.openxmlformats.org/drawingml/2006/main" noGrp="1"/>
          </p:cNvSpPr>
          <p:nvPr/>
        </p:nvSpPr>
        <p:spPr>
          <a:xfrm xmlns:a="http://schemas.openxmlformats.org/drawingml/2006/main">
            <a:off x="3505200" y="1790700"/>
            <a:ext cx="2381250" cy="209550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15" name="">
            <a:extLst xmlns:a="http://schemas.openxmlformats.org/drawingml/2006/main">
              <a:ext uri="{FF2B5EF4-FFF2-40B4-BE49-F238E27FC236}">
                <a16:creationId xmlns:a16="http://schemas.microsoft.com/office/drawing/2014/main" id="{C0309446-2267-4F19-9482-88AAA28AA7AE}"/>
              </a:ext>
            </a:extLst>
          </p:cNvPr>
          <p:cNvSpPr>
            <a:spLocks xmlns:a="http://schemas.openxmlformats.org/drawingml/2006/main" noGrp="1"/>
          </p:cNvSpPr>
          <p:nvPr/>
        </p:nvSpPr>
        <p:spPr>
          <a:xfrm xmlns:a="http://schemas.openxmlformats.org/drawingml/2006/main">
            <a:off x="3505200" y="1790700"/>
            <a:ext cx="2381250" cy="323850"/>
          </a:xfrm>
          <a:prstGeom xmlns:a="http://schemas.openxmlformats.org/drawingml/2006/main" prst="rect">
            <a:avLst/>
          </a:prstGeom>
          <a:solidFill xmlns:a="http://schemas.openxmlformats.org/drawingml/2006/main">
            <a:srgbClr val="16A34A"/>
          </a:solidFill>
          <a:ln xmlns:a="http://schemas.openxmlformats.org/drawingml/2006/main" w="0">
            <a:solidFill>
              <a:srgbClr val="0B0B0B"/>
            </a:solidFill>
            <a:prstDash val="solid"/>
          </a:ln>
        </p:spPr>
      </p:sp>
      <p:sp>
        <p:nvSpPr>
          <p:cNvPr id="16" name="">
            <a:extLst xmlns:a="http://schemas.openxmlformats.org/drawingml/2006/main">
              <a:ext uri="{FF2B5EF4-FFF2-40B4-BE49-F238E27FC236}">
                <a16:creationId xmlns:a16="http://schemas.microsoft.com/office/drawing/2014/main" id="{A34EE99D-A51D-44F2-8FC6-D374090B1CF2}"/>
              </a:ext>
            </a:extLst>
          </p:cNvPr>
          <p:cNvSpPr>
            <a:spLocks xmlns:a="http://schemas.openxmlformats.org/drawingml/2006/main" noGrp="1"/>
          </p:cNvSpPr>
          <p:nvPr/>
        </p:nvSpPr>
        <p:spPr>
          <a:xfrm xmlns:a="http://schemas.openxmlformats.org/drawingml/2006/main">
            <a:off x="3638550" y="1847850"/>
            <a:ext cx="2114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lnSpc>
                <a:spcPct val="105000"/>
              </a:lnSpc>
              <a:buNone/>
              <a:defRPr sz="975" b="1">
                <a:solidFill>
                  <a:srgbClr val="0B0B0B"/>
                </a:solidFill>
                <a:latin typeface="Noto Sans Khmer"/>
                <a:ea typeface="Noto Sans Khmer"/>
                <a:cs typeface="Noto Sans Khmer"/>
              </a:defRPr>
            </a:pPr>
            <a:r>
              <a:rPr sz="975" b="1">
                <a:solidFill>
                  <a:srgbClr val="0B0B0B"/>
                </a:solidFill>
                <a:latin typeface="Noto Sans Khmer"/>
                <a:ea typeface="Noto Sans Khmer"/>
                <a:cs typeface="Noto Sans Khmer"/>
              </a:rPr>
              <a:t>MOTIVATION</a:t>
            </a:r>
          </a:p>
        </p:txBody>
      </p:sp>
      <p:sp>
        <p:nvSpPr>
          <p:cNvPr id="17" name="">
            <a:extLst xmlns:a="http://schemas.openxmlformats.org/drawingml/2006/main">
              <a:ext uri="{FF2B5EF4-FFF2-40B4-BE49-F238E27FC236}">
                <a16:creationId xmlns:a16="http://schemas.microsoft.com/office/drawing/2014/main" id="{C54BE3B4-869A-4B2E-932D-21E606B5BF7D}"/>
              </a:ext>
            </a:extLst>
          </p:cNvPr>
          <p:cNvSpPr>
            <a:spLocks xmlns:a="http://schemas.openxmlformats.org/drawingml/2006/main" noGrp="1"/>
          </p:cNvSpPr>
          <p:nvPr/>
        </p:nvSpPr>
        <p:spPr>
          <a:xfrm xmlns:a="http://schemas.openxmlformats.org/drawingml/2006/main">
            <a:off x="3676650" y="2286000"/>
            <a:ext cx="20383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0000"/>
              </a:lnSpc>
              <a:buNone/>
              <a:defRPr sz="1800" b="1">
                <a:solidFill>
                  <a:srgbClr val="0B0B0B"/>
                </a:solidFill>
                <a:latin typeface="Noto Sans Khmer"/>
                <a:ea typeface="Noto Sans Khmer"/>
                <a:cs typeface="Noto Sans Khmer"/>
              </a:defRPr>
            </a:pPr>
            <a:r>
              <a:rPr sz="1800" b="1">
                <a:solidFill>
                  <a:srgbClr val="0B0B0B"/>
                </a:solidFill>
                <a:latin typeface="Noto Sans Khmer"/>
                <a:ea typeface="Noto Sans Khmer"/>
                <a:cs typeface="Noto Sans Khmer"/>
              </a:rPr>
              <a:t>Daily rhythm</a:t>
            </a:r>
          </a:p>
        </p:txBody>
      </p:sp>
      <p:sp>
        <p:nvSpPr>
          <p:cNvPr id="18" name="">
            <a:extLst xmlns:a="http://schemas.openxmlformats.org/drawingml/2006/main">
              <a:ext uri="{FF2B5EF4-FFF2-40B4-BE49-F238E27FC236}">
                <a16:creationId xmlns:a16="http://schemas.microsoft.com/office/drawing/2014/main" id="{03EB919E-8EF8-42F0-BDA2-ACFD43DDDB8E}"/>
              </a:ext>
            </a:extLst>
          </p:cNvPr>
          <p:cNvSpPr>
            <a:spLocks xmlns:a="http://schemas.openxmlformats.org/drawingml/2006/main" noGrp="1"/>
          </p:cNvSpPr>
          <p:nvPr/>
        </p:nvSpPr>
        <p:spPr>
          <a:xfrm xmlns:a="http://schemas.openxmlformats.org/drawingml/2006/main">
            <a:off x="3676650" y="3105150"/>
            <a:ext cx="2038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87535"/>
          </a:bodyPr>
          <a:lstStyle xmlns:a="http://schemas.openxmlformats.org/drawingml/2006/main"/>
          <a:p xmlns:a="http://schemas.openxmlformats.org/drawingml/2006/main">
            <a:pPr algn="l">
              <a:lnSpc>
                <a:spcPct val="112000"/>
              </a:lnSpc>
              <a:buNone/>
              <a:defRPr sz="1275" b="0">
                <a:solidFill>
                  <a:srgbClr val="303030"/>
                </a:solidFill>
                <a:latin typeface="Noto Sans Khmer"/>
                <a:ea typeface="Noto Sans Khmer"/>
                <a:cs typeface="Noto Sans Khmer"/>
              </a:defRPr>
            </a:pPr>
            <a:r>
              <a:rPr sz="1275" b="0">
                <a:solidFill>
                  <a:srgbClr val="303030"/>
                </a:solidFill>
                <a:latin typeface="Noto Sans Khmer"/>
                <a:ea typeface="Noto Sans Khmer"/>
                <a:cs typeface="Noto Sans Khmer"/>
              </a:rPr>
              <a:t>Notifications, weekly content, contests, daily challenges, and streaks.</a:t>
            </a:r>
          </a:p>
        </p:txBody>
      </p:sp>
      <p:sp>
        <p:nvSpPr>
          <p:cNvPr id="19" name="">
            <a:extLst xmlns:a="http://schemas.openxmlformats.org/drawingml/2006/main">
              <a:ext uri="{FF2B5EF4-FFF2-40B4-BE49-F238E27FC236}">
                <a16:creationId xmlns:a16="http://schemas.microsoft.com/office/drawing/2014/main" id="{E30932DF-1BD0-4888-9E06-B326FE3A614D}"/>
              </a:ext>
            </a:extLst>
          </p:cNvPr>
          <p:cNvSpPr>
            <a:spLocks xmlns:a="http://schemas.openxmlformats.org/drawingml/2006/main" noGrp="1"/>
          </p:cNvSpPr>
          <p:nvPr/>
        </p:nvSpPr>
        <p:spPr>
          <a:xfrm xmlns:a="http://schemas.openxmlformats.org/drawingml/2006/main">
            <a:off x="6400800" y="1866900"/>
            <a:ext cx="2381250" cy="209550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20" name="">
            <a:extLst xmlns:a="http://schemas.openxmlformats.org/drawingml/2006/main">
              <a:ext uri="{FF2B5EF4-FFF2-40B4-BE49-F238E27FC236}">
                <a16:creationId xmlns:a16="http://schemas.microsoft.com/office/drawing/2014/main" id="{3E7DF3B9-D6B4-4517-9747-D0E077EFD680}"/>
              </a:ext>
            </a:extLst>
          </p:cNvPr>
          <p:cNvSpPr>
            <a:spLocks xmlns:a="http://schemas.openxmlformats.org/drawingml/2006/main" noGrp="1"/>
          </p:cNvSpPr>
          <p:nvPr/>
        </p:nvSpPr>
        <p:spPr>
          <a:xfrm xmlns:a="http://schemas.openxmlformats.org/drawingml/2006/main">
            <a:off x="6324600" y="1790700"/>
            <a:ext cx="2381250" cy="209550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21" name="">
            <a:extLst xmlns:a="http://schemas.openxmlformats.org/drawingml/2006/main">
              <a:ext uri="{FF2B5EF4-FFF2-40B4-BE49-F238E27FC236}">
                <a16:creationId xmlns:a16="http://schemas.microsoft.com/office/drawing/2014/main" id="{3F51E2D0-B8F8-4D89-B683-C80EA73D9631}"/>
              </a:ext>
            </a:extLst>
          </p:cNvPr>
          <p:cNvSpPr>
            <a:spLocks xmlns:a="http://schemas.openxmlformats.org/drawingml/2006/main" noGrp="1"/>
          </p:cNvSpPr>
          <p:nvPr/>
        </p:nvSpPr>
        <p:spPr>
          <a:xfrm xmlns:a="http://schemas.openxmlformats.org/drawingml/2006/main">
            <a:off x="6324600" y="1790700"/>
            <a:ext cx="2381250" cy="323850"/>
          </a:xfrm>
          <a:prstGeom xmlns:a="http://schemas.openxmlformats.org/drawingml/2006/main" prst="rect">
            <a:avLst/>
          </a:prstGeom>
          <a:solidFill xmlns:a="http://schemas.openxmlformats.org/drawingml/2006/main">
            <a:srgbClr val="F97316"/>
          </a:solidFill>
          <a:ln xmlns:a="http://schemas.openxmlformats.org/drawingml/2006/main" w="0">
            <a:solidFill>
              <a:srgbClr val="0B0B0B"/>
            </a:solidFill>
            <a:prstDash val="solid"/>
          </a:ln>
        </p:spPr>
      </p:sp>
      <p:sp>
        <p:nvSpPr>
          <p:cNvPr id="22" name="">
            <a:extLst xmlns:a="http://schemas.openxmlformats.org/drawingml/2006/main">
              <a:ext uri="{FF2B5EF4-FFF2-40B4-BE49-F238E27FC236}">
                <a16:creationId xmlns:a16="http://schemas.microsoft.com/office/drawing/2014/main" id="{0BB2DE9D-84AC-40CA-AF9F-3426A0D5A149}"/>
              </a:ext>
            </a:extLst>
          </p:cNvPr>
          <p:cNvSpPr>
            <a:spLocks xmlns:a="http://schemas.openxmlformats.org/drawingml/2006/main" noGrp="1"/>
          </p:cNvSpPr>
          <p:nvPr/>
        </p:nvSpPr>
        <p:spPr>
          <a:xfrm xmlns:a="http://schemas.openxmlformats.org/drawingml/2006/main">
            <a:off x="6457950" y="1847850"/>
            <a:ext cx="2114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lnSpc>
                <a:spcPct val="105000"/>
              </a:lnSpc>
              <a:buNone/>
              <a:defRPr sz="975" b="1">
                <a:solidFill>
                  <a:srgbClr val="0B0B0B"/>
                </a:solidFill>
                <a:latin typeface="Noto Sans Khmer"/>
                <a:ea typeface="Noto Sans Khmer"/>
                <a:cs typeface="Noto Sans Khmer"/>
              </a:defRPr>
            </a:pPr>
            <a:r>
              <a:rPr sz="975" b="1">
                <a:solidFill>
                  <a:srgbClr val="0B0B0B"/>
                </a:solidFill>
                <a:latin typeface="Noto Sans Khmer"/>
                <a:ea typeface="Noto Sans Khmer"/>
                <a:cs typeface="Noto Sans Khmer"/>
              </a:rPr>
              <a:t>PSYCHOLOGY</a:t>
            </a:r>
          </a:p>
        </p:txBody>
      </p:sp>
      <p:sp>
        <p:nvSpPr>
          <p:cNvPr id="23" name="">
            <a:extLst xmlns:a="http://schemas.openxmlformats.org/drawingml/2006/main">
              <a:ext uri="{FF2B5EF4-FFF2-40B4-BE49-F238E27FC236}">
                <a16:creationId xmlns:a16="http://schemas.microsoft.com/office/drawing/2014/main" id="{48E43231-ED1C-4FA3-B32D-D2F42E974D94}"/>
              </a:ext>
            </a:extLst>
          </p:cNvPr>
          <p:cNvSpPr>
            <a:spLocks xmlns:a="http://schemas.openxmlformats.org/drawingml/2006/main" noGrp="1"/>
          </p:cNvSpPr>
          <p:nvPr/>
        </p:nvSpPr>
        <p:spPr>
          <a:xfrm xmlns:a="http://schemas.openxmlformats.org/drawingml/2006/main">
            <a:off x="6496050" y="2286000"/>
            <a:ext cx="20383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0000"/>
              </a:lnSpc>
              <a:buNone/>
              <a:defRPr sz="1800" b="1">
                <a:solidFill>
                  <a:srgbClr val="0B0B0B"/>
                </a:solidFill>
                <a:latin typeface="Noto Sans Khmer"/>
                <a:ea typeface="Noto Sans Khmer"/>
                <a:cs typeface="Noto Sans Khmer"/>
              </a:defRPr>
            </a:pPr>
            <a:r>
              <a:rPr sz="1800" b="1">
                <a:solidFill>
                  <a:srgbClr val="0B0B0B"/>
                </a:solidFill>
                <a:latin typeface="Noto Sans Khmer"/>
                <a:ea typeface="Noto Sans Khmer"/>
                <a:cs typeface="Noto Sans Khmer"/>
              </a:rPr>
              <a:t>Play with purpose</a:t>
            </a:r>
          </a:p>
        </p:txBody>
      </p:sp>
      <p:sp>
        <p:nvSpPr>
          <p:cNvPr id="24" name="">
            <a:extLst xmlns:a="http://schemas.openxmlformats.org/drawingml/2006/main">
              <a:ext uri="{FF2B5EF4-FFF2-40B4-BE49-F238E27FC236}">
                <a16:creationId xmlns:a16="http://schemas.microsoft.com/office/drawing/2014/main" id="{7C6E666E-923F-4C4E-9ED0-228F6FEA1DA9}"/>
              </a:ext>
            </a:extLst>
          </p:cNvPr>
          <p:cNvSpPr>
            <a:spLocks xmlns:a="http://schemas.openxmlformats.org/drawingml/2006/main" noGrp="1"/>
          </p:cNvSpPr>
          <p:nvPr/>
        </p:nvSpPr>
        <p:spPr>
          <a:xfrm xmlns:a="http://schemas.openxmlformats.org/drawingml/2006/main">
            <a:off x="6496050" y="3105150"/>
            <a:ext cx="2038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87535"/>
          </a:bodyPr>
          <a:lstStyle xmlns:a="http://schemas.openxmlformats.org/drawingml/2006/main"/>
          <a:p xmlns:a="http://schemas.openxmlformats.org/drawingml/2006/main">
            <a:pPr algn="l">
              <a:lnSpc>
                <a:spcPct val="112000"/>
              </a:lnSpc>
              <a:buNone/>
              <a:defRPr sz="1275" b="0">
                <a:solidFill>
                  <a:srgbClr val="303030"/>
                </a:solidFill>
                <a:latin typeface="Noto Sans Khmer"/>
                <a:ea typeface="Noto Sans Khmer"/>
                <a:cs typeface="Noto Sans Khmer"/>
              </a:defRPr>
            </a:pPr>
            <a:r>
              <a:rPr sz="1275" b="0">
                <a:solidFill>
                  <a:srgbClr val="303030"/>
                </a:solidFill>
                <a:latin typeface="Noto Sans Khmer"/>
                <a:ea typeface="Noto Sans Khmer"/>
                <a:cs typeface="Noto Sans Khmer"/>
              </a:rPr>
              <a:t>Flow state, variable rewards, self-determination, loss aversion, social proof.</a:t>
            </a:r>
          </a:p>
        </p:txBody>
      </p:sp>
      <p:sp>
        <p:nvSpPr>
          <p:cNvPr id="25" name="">
            <a:extLst xmlns:a="http://schemas.openxmlformats.org/drawingml/2006/main">
              <a:ext uri="{FF2B5EF4-FFF2-40B4-BE49-F238E27FC236}">
                <a16:creationId xmlns:a16="http://schemas.microsoft.com/office/drawing/2014/main" id="{EEEA3268-D0B4-491D-98B4-49C5B6AD2C19}"/>
              </a:ext>
            </a:extLst>
          </p:cNvPr>
          <p:cNvSpPr>
            <a:spLocks xmlns:a="http://schemas.openxmlformats.org/drawingml/2006/main" noGrp="1"/>
          </p:cNvSpPr>
          <p:nvPr/>
        </p:nvSpPr>
        <p:spPr>
          <a:xfrm xmlns:a="http://schemas.openxmlformats.org/drawingml/2006/main">
            <a:off x="9220200" y="1866900"/>
            <a:ext cx="2381250" cy="209550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26" name="">
            <a:extLst xmlns:a="http://schemas.openxmlformats.org/drawingml/2006/main">
              <a:ext uri="{FF2B5EF4-FFF2-40B4-BE49-F238E27FC236}">
                <a16:creationId xmlns:a16="http://schemas.microsoft.com/office/drawing/2014/main" id="{F9BA29B7-5A40-4F9A-8014-7DFB801E8428}"/>
              </a:ext>
            </a:extLst>
          </p:cNvPr>
          <p:cNvSpPr>
            <a:spLocks xmlns:a="http://schemas.openxmlformats.org/drawingml/2006/main" noGrp="1"/>
          </p:cNvSpPr>
          <p:nvPr/>
        </p:nvSpPr>
        <p:spPr>
          <a:xfrm xmlns:a="http://schemas.openxmlformats.org/drawingml/2006/main">
            <a:off x="9144000" y="1790700"/>
            <a:ext cx="2381250" cy="209550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27" name="">
            <a:extLst xmlns:a="http://schemas.openxmlformats.org/drawingml/2006/main">
              <a:ext uri="{FF2B5EF4-FFF2-40B4-BE49-F238E27FC236}">
                <a16:creationId xmlns:a16="http://schemas.microsoft.com/office/drawing/2014/main" id="{E91B5687-22FF-4A96-9BD9-AF3D2CEB2A8A}"/>
              </a:ext>
            </a:extLst>
          </p:cNvPr>
          <p:cNvSpPr>
            <a:spLocks xmlns:a="http://schemas.openxmlformats.org/drawingml/2006/main" noGrp="1"/>
          </p:cNvSpPr>
          <p:nvPr/>
        </p:nvSpPr>
        <p:spPr>
          <a:xfrm xmlns:a="http://schemas.openxmlformats.org/drawingml/2006/main">
            <a:off x="9144000" y="1790700"/>
            <a:ext cx="2381250" cy="323850"/>
          </a:xfrm>
          <a:prstGeom xmlns:a="http://schemas.openxmlformats.org/drawingml/2006/main" prst="rect">
            <a:avLst/>
          </a:prstGeom>
          <a:solidFill xmlns:a="http://schemas.openxmlformats.org/drawingml/2006/main">
            <a:srgbClr val="7C3AED"/>
          </a:solidFill>
          <a:ln xmlns:a="http://schemas.openxmlformats.org/drawingml/2006/main" w="0">
            <a:solidFill>
              <a:srgbClr val="0B0B0B"/>
            </a:solidFill>
            <a:prstDash val="solid"/>
          </a:ln>
        </p:spPr>
      </p:sp>
      <p:sp>
        <p:nvSpPr>
          <p:cNvPr id="28" name="">
            <a:extLst xmlns:a="http://schemas.openxmlformats.org/drawingml/2006/main">
              <a:ext uri="{FF2B5EF4-FFF2-40B4-BE49-F238E27FC236}">
                <a16:creationId xmlns:a16="http://schemas.microsoft.com/office/drawing/2014/main" id="{0B5215FB-283B-4438-8C2E-F039A4EF743B}"/>
              </a:ext>
            </a:extLst>
          </p:cNvPr>
          <p:cNvSpPr>
            <a:spLocks xmlns:a="http://schemas.openxmlformats.org/drawingml/2006/main" noGrp="1"/>
          </p:cNvSpPr>
          <p:nvPr/>
        </p:nvSpPr>
        <p:spPr>
          <a:xfrm xmlns:a="http://schemas.openxmlformats.org/drawingml/2006/main">
            <a:off x="9277350" y="1847850"/>
            <a:ext cx="2114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lnSpc>
                <a:spcPct val="105000"/>
              </a:lnSpc>
              <a:buNone/>
              <a:defRPr sz="975" b="1">
                <a:solidFill>
                  <a:srgbClr val="0B0B0B"/>
                </a:solidFill>
                <a:latin typeface="Noto Sans Khmer"/>
                <a:ea typeface="Noto Sans Khmer"/>
                <a:cs typeface="Noto Sans Khmer"/>
              </a:defRPr>
            </a:pPr>
            <a:r>
              <a:rPr sz="975" b="1">
                <a:solidFill>
                  <a:srgbClr val="0B0B0B"/>
                </a:solidFill>
                <a:latin typeface="Noto Sans Khmer"/>
                <a:ea typeface="Noto Sans Khmer"/>
                <a:cs typeface="Noto Sans Khmer"/>
              </a:rPr>
              <a:t>MEASURE</a:t>
            </a:r>
          </a:p>
        </p:txBody>
      </p:sp>
      <p:sp>
        <p:nvSpPr>
          <p:cNvPr id="29" name="">
            <a:extLst xmlns:a="http://schemas.openxmlformats.org/drawingml/2006/main">
              <a:ext uri="{FF2B5EF4-FFF2-40B4-BE49-F238E27FC236}">
                <a16:creationId xmlns:a16="http://schemas.microsoft.com/office/drawing/2014/main" id="{B19697AE-E788-4ECB-ABA8-184BEF946E6E}"/>
              </a:ext>
            </a:extLst>
          </p:cNvPr>
          <p:cNvSpPr>
            <a:spLocks xmlns:a="http://schemas.openxmlformats.org/drawingml/2006/main" noGrp="1"/>
          </p:cNvSpPr>
          <p:nvPr/>
        </p:nvSpPr>
        <p:spPr>
          <a:xfrm xmlns:a="http://schemas.openxmlformats.org/drawingml/2006/main">
            <a:off x="9315450" y="2286000"/>
            <a:ext cx="20383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0000"/>
              </a:lnSpc>
              <a:buNone/>
              <a:defRPr sz="1800" b="1">
                <a:solidFill>
                  <a:srgbClr val="0B0B0B"/>
                </a:solidFill>
                <a:latin typeface="Noto Sans Khmer"/>
                <a:ea typeface="Noto Sans Khmer"/>
                <a:cs typeface="Noto Sans Khmer"/>
              </a:defRPr>
            </a:pPr>
            <a:r>
              <a:rPr sz="1800" b="1">
                <a:solidFill>
                  <a:srgbClr val="0B0B0B"/>
                </a:solidFill>
                <a:latin typeface="Noto Sans Khmer"/>
                <a:ea typeface="Noto Sans Khmer"/>
                <a:cs typeface="Noto Sans Khmer"/>
              </a:rPr>
              <a:t>Retention metrics</a:t>
            </a:r>
          </a:p>
        </p:txBody>
      </p:sp>
      <p:sp>
        <p:nvSpPr>
          <p:cNvPr id="30" name="">
            <a:extLst xmlns:a="http://schemas.openxmlformats.org/drawingml/2006/main">
              <a:ext uri="{FF2B5EF4-FFF2-40B4-BE49-F238E27FC236}">
                <a16:creationId xmlns:a16="http://schemas.microsoft.com/office/drawing/2014/main" id="{76B63965-1FB6-4767-A95D-6B7AC08A6946}"/>
              </a:ext>
            </a:extLst>
          </p:cNvPr>
          <p:cNvSpPr>
            <a:spLocks xmlns:a="http://schemas.openxmlformats.org/drawingml/2006/main" noGrp="1"/>
          </p:cNvSpPr>
          <p:nvPr/>
        </p:nvSpPr>
        <p:spPr>
          <a:xfrm xmlns:a="http://schemas.openxmlformats.org/drawingml/2006/main">
            <a:off x="9315450" y="3105150"/>
            <a:ext cx="2038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87535"/>
          </a:bodyPr>
          <a:lstStyle xmlns:a="http://schemas.openxmlformats.org/drawingml/2006/main"/>
          <a:p xmlns:a="http://schemas.openxmlformats.org/drawingml/2006/main">
            <a:pPr algn="l">
              <a:lnSpc>
                <a:spcPct val="112000"/>
              </a:lnSpc>
              <a:buNone/>
              <a:defRPr sz="1275" b="0">
                <a:solidFill>
                  <a:srgbClr val="303030"/>
                </a:solidFill>
                <a:latin typeface="Noto Sans Khmer"/>
                <a:ea typeface="Noto Sans Khmer"/>
                <a:cs typeface="Noto Sans Khmer"/>
              </a:defRPr>
            </a:pPr>
            <a:r>
              <a:rPr sz="1275" b="0">
                <a:solidFill>
                  <a:srgbClr val="303030"/>
                </a:solidFill>
                <a:latin typeface="Noto Sans Khmer"/>
                <a:ea typeface="Noto Sans Khmer"/>
                <a:cs typeface="Noto Sans Khmer"/>
              </a:rPr>
              <a:t>DAU/WAU, 7-day return, and renewal rate show whether habit is forming.</a:t>
            </a:r>
          </a:p>
        </p:txBody>
      </p:sp>
      <p:sp>
        <p:nvSpPr>
          <p:cNvPr id="31" name="">
            <a:extLst xmlns:a="http://schemas.openxmlformats.org/drawingml/2006/main">
              <a:ext uri="{FF2B5EF4-FFF2-40B4-BE49-F238E27FC236}">
                <a16:creationId xmlns:a16="http://schemas.microsoft.com/office/drawing/2014/main" id="{CB237F06-839E-42DB-B043-548BC30A9A2D}"/>
              </a:ext>
            </a:extLst>
          </p:cNvPr>
          <p:cNvSpPr>
            <a:spLocks xmlns:a="http://schemas.openxmlformats.org/drawingml/2006/main" noGrp="1"/>
          </p:cNvSpPr>
          <p:nvPr/>
        </p:nvSpPr>
        <p:spPr>
          <a:xfrm xmlns:a="http://schemas.openxmlformats.org/drawingml/2006/main">
            <a:off x="1581150" y="4800600"/>
            <a:ext cx="9182100" cy="80010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32" name="">
            <a:extLst xmlns:a="http://schemas.openxmlformats.org/drawingml/2006/main">
              <a:ext uri="{FF2B5EF4-FFF2-40B4-BE49-F238E27FC236}">
                <a16:creationId xmlns:a16="http://schemas.microsoft.com/office/drawing/2014/main" id="{A22DACB7-6BA8-42D7-869B-72F2F88D84C0}"/>
              </a:ext>
            </a:extLst>
          </p:cNvPr>
          <p:cNvSpPr>
            <a:spLocks xmlns:a="http://schemas.openxmlformats.org/drawingml/2006/main" noGrp="1"/>
          </p:cNvSpPr>
          <p:nvPr/>
        </p:nvSpPr>
        <p:spPr>
          <a:xfrm xmlns:a="http://schemas.openxmlformats.org/drawingml/2006/main">
            <a:off x="1504950" y="4724400"/>
            <a:ext cx="9182100" cy="800100"/>
          </a:xfrm>
          <a:prstGeom xmlns:a="http://schemas.openxmlformats.org/drawingml/2006/main" prst="rect">
            <a:avLst/>
          </a:prstGeom>
          <a:solidFill xmlns:a="http://schemas.openxmlformats.org/drawingml/2006/main">
            <a:srgbClr val="0B0B0B"/>
          </a:solidFill>
          <a:ln xmlns:a="http://schemas.openxmlformats.org/drawingml/2006/main" w="28575">
            <a:solidFill>
              <a:srgbClr val="0B0B0B"/>
            </a:solidFill>
            <a:prstDash val="solid"/>
          </a:ln>
        </p:spPr>
      </p:sp>
      <p:sp>
        <p:nvSpPr>
          <p:cNvPr id="33" name="">
            <a:extLst xmlns:a="http://schemas.openxmlformats.org/drawingml/2006/main">
              <a:ext uri="{FF2B5EF4-FFF2-40B4-BE49-F238E27FC236}">
                <a16:creationId xmlns:a16="http://schemas.microsoft.com/office/drawing/2014/main" id="{769B45B7-9E95-48F6-8481-2D43F4784282}"/>
              </a:ext>
            </a:extLst>
          </p:cNvPr>
          <p:cNvSpPr>
            <a:spLocks xmlns:a="http://schemas.openxmlformats.org/drawingml/2006/main" noGrp="1"/>
          </p:cNvSpPr>
          <p:nvPr/>
        </p:nvSpPr>
        <p:spPr>
          <a:xfrm xmlns:a="http://schemas.openxmlformats.org/drawingml/2006/main">
            <a:off x="1790700" y="4953000"/>
            <a:ext cx="8610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81510"/>
          </a:bodyPr>
          <a:lstStyle xmlns:a="http://schemas.openxmlformats.org/drawingml/2006/main"/>
          <a:p xmlns:a="http://schemas.openxmlformats.org/drawingml/2006/main">
            <a:pPr algn="ctr">
              <a:lnSpc>
                <a:spcPct val="105000"/>
              </a:lnSpc>
              <a:buNone/>
              <a:defRPr sz="1950" b="1">
                <a:solidFill>
                  <a:srgbClr val="EAB308"/>
                </a:solidFill>
                <a:latin typeface="Noto Sans Khmer"/>
                <a:ea typeface="Noto Sans Khmer"/>
                <a:cs typeface="Noto Sans Khmer"/>
              </a:defRPr>
            </a:pPr>
            <a:r>
              <a:rPr sz="1950" b="1">
                <a:solidFill>
                  <a:srgbClr val="EAB308"/>
                </a:solidFill>
                <a:latin typeface="Noto Sans Khmer"/>
                <a:ea typeface="Noto Sans Khmer"/>
                <a:cs typeface="Noto Sans Khmer"/>
              </a:rPr>
              <a:t>Best team sentence: We do not only acquire users; we design reasons for them to return.</a:t>
            </a:r>
          </a:p>
        </p:txBody>
      </p:sp>
    </p:spTree>
    <p:extLst>
      <p:ext uri="{BB962C8B-B14F-4D97-AF65-F5344CB8AC3E}">
        <p14:creationId xmlns:p14="http://schemas.microsoft.com/office/powerpoint/2010/main" val="1612310352"/>
      </p:ext>
    </p:extLst>
  </p:cSld>
</p:sld>
</file>

<file path=ppt/slides/slide14.xml><?xml version="1.0" encoding="utf-8"?>
<p:sld xmlns:p="http://schemas.openxmlformats.org/presentationml/2006/main">
  <p:cSld>
    <p:bg>
      <p:bgPr>
        <a:solidFill xmlns:a="http://schemas.openxmlformats.org/drawingml/2006/main">
          <a:srgbClr val="FFF8D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7595AE1-61C9-4B6A-BE10-9D9A1BD13D49}"/>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EAB308"/>
          </a:solidFill>
          <a:ln xmlns:a="http://schemas.openxmlformats.org/drawingml/2006/main" w="0">
            <a:solidFill>
              <a:srgbClr val="0B0B0B"/>
            </a:solidFill>
            <a:prstDash val="solid"/>
          </a:ln>
        </p:spPr>
      </p:sp>
      <p:sp>
        <p:nvSpPr>
          <p:cNvPr id="2" name="">
            <a:extLst xmlns:a="http://schemas.openxmlformats.org/drawingml/2006/main">
              <a:ext uri="{FF2B5EF4-FFF2-40B4-BE49-F238E27FC236}">
                <a16:creationId xmlns:a16="http://schemas.microsoft.com/office/drawing/2014/main" id="{61EAD2F5-82DD-43A6-8C1D-0E74B34CB46C}"/>
              </a:ext>
            </a:extLst>
          </p:cNvPr>
          <p:cNvSpPr>
            <a:spLocks xmlns:a="http://schemas.openxmlformats.org/drawingml/2006/main" noGrp="1"/>
          </p:cNvSpPr>
          <p:nvPr/>
        </p:nvSpPr>
        <p:spPr>
          <a:xfrm xmlns:a="http://schemas.openxmlformats.org/drawingml/2006/main">
            <a:off x="0" y="6686550"/>
            <a:ext cx="12192000" cy="1714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3" name="">
            <a:extLst xmlns:a="http://schemas.openxmlformats.org/drawingml/2006/main">
              <a:ext uri="{FF2B5EF4-FFF2-40B4-BE49-F238E27FC236}">
                <a16:creationId xmlns:a16="http://schemas.microsoft.com/office/drawing/2014/main" id="{49872B24-9936-47D2-BADA-C1C9E9917494}"/>
              </a:ext>
            </a:extLst>
          </p:cNvPr>
          <p:cNvSpPr>
            <a:spLocks xmlns:a="http://schemas.openxmlformats.org/drawingml/2006/main" noGrp="1"/>
          </p:cNvSpPr>
          <p:nvPr/>
        </p:nvSpPr>
        <p:spPr>
          <a:xfrm xmlns:a="http://schemas.openxmlformats.org/drawingml/2006/main">
            <a:off x="514350" y="2857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5000"/>
              </a:lnSpc>
              <a:buNone/>
              <a:defRPr sz="975" b="1">
                <a:solidFill>
                  <a:srgbClr val="0B0B0B"/>
                </a:solidFill>
                <a:latin typeface="Noto Sans Khmer"/>
                <a:ea typeface="Noto Sans Khmer"/>
                <a:cs typeface="Noto Sans Khmer"/>
              </a:defRPr>
            </a:pPr>
            <a:r>
              <a:rPr sz="975" b="1">
                <a:solidFill>
                  <a:srgbClr val="0B0B0B"/>
                </a:solidFill>
                <a:latin typeface="Noto Sans Khmer"/>
                <a:ea typeface="Noto Sans Khmer"/>
                <a:cs typeface="Noto Sans Khmer"/>
              </a:rPr>
              <a:t>KWD USER ADOPTION PLAN</a:t>
            </a:r>
          </a:p>
        </p:txBody>
      </p:sp>
      <p:sp>
        <p:nvSpPr>
          <p:cNvPr id="4" name="">
            <a:extLst xmlns:a="http://schemas.openxmlformats.org/drawingml/2006/main">
              <a:ext uri="{FF2B5EF4-FFF2-40B4-BE49-F238E27FC236}">
                <a16:creationId xmlns:a16="http://schemas.microsoft.com/office/drawing/2014/main" id="{916AE974-D0FD-4263-A1C2-E4A3DB47AC60}"/>
              </a:ext>
            </a:extLst>
          </p:cNvPr>
          <p:cNvSpPr>
            <a:spLocks xmlns:a="http://schemas.openxmlformats.org/drawingml/2006/main" noGrp="1"/>
          </p:cNvSpPr>
          <p:nvPr/>
        </p:nvSpPr>
        <p:spPr>
          <a:xfrm xmlns:a="http://schemas.openxmlformats.org/drawingml/2006/main">
            <a:off x="11163300" y="266700"/>
            <a:ext cx="514350" cy="323850"/>
          </a:xfrm>
          <a:prstGeom xmlns:a="http://schemas.openxmlformats.org/drawingml/2006/main" prst="rect">
            <a:avLst/>
          </a:prstGeom>
          <a:solidFill xmlns:a="http://schemas.openxmlformats.org/drawingml/2006/main">
            <a:srgbClr val="EAB308"/>
          </a:solidFill>
          <a:ln xmlns:a="http://schemas.openxmlformats.org/drawingml/2006/main" w="28575">
            <a:solidFill>
              <a:srgbClr val="0B0B0B"/>
            </a:solid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lnSpc>
                <a:spcPct val="105000"/>
              </a:lnSpc>
              <a:buNone/>
              <a:defRPr sz="1350" b="1">
                <a:solidFill>
                  <a:srgbClr val="0B0B0B"/>
                </a:solidFill>
                <a:latin typeface="Noto Sans Khmer"/>
                <a:ea typeface="Noto Sans Khmer"/>
                <a:cs typeface="Noto Sans Khmer"/>
              </a:defRPr>
            </a:pPr>
            <a:r>
              <a:rPr sz="1350" b="1">
                <a:solidFill>
                  <a:srgbClr val="0B0B0B"/>
                </a:solidFill>
                <a:latin typeface="Noto Sans Khmer"/>
                <a:ea typeface="Noto Sans Khmer"/>
                <a:cs typeface="Noto Sans Khmer"/>
              </a:rPr>
              <a:t>14</a:t>
            </a:r>
          </a:p>
        </p:txBody>
      </p:sp>
      <p:sp>
        <p:nvSpPr>
          <p:cNvPr id="5" name="">
            <a:extLst xmlns:a="http://schemas.openxmlformats.org/drawingml/2006/main">
              <a:ext uri="{FF2B5EF4-FFF2-40B4-BE49-F238E27FC236}">
                <a16:creationId xmlns:a16="http://schemas.microsoft.com/office/drawing/2014/main" id="{D2D50033-BDC5-4CBB-B2EF-ABF364E5E3D8}"/>
              </a:ext>
            </a:extLst>
          </p:cNvPr>
          <p:cNvSpPr>
            <a:spLocks xmlns:a="http://schemas.openxmlformats.org/drawingml/2006/main" noGrp="1"/>
          </p:cNvSpPr>
          <p:nvPr/>
        </p:nvSpPr>
        <p:spPr>
          <a:xfrm xmlns:a="http://schemas.openxmlformats.org/drawingml/2006/main">
            <a:off x="514350" y="609600"/>
            <a:ext cx="8096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98000"/>
              </a:lnSpc>
              <a:buNone/>
              <a:defRPr sz="2850" b="1">
                <a:solidFill>
                  <a:srgbClr val="0B0B0B"/>
                </a:solidFill>
                <a:latin typeface="Noto Sans Khmer"/>
                <a:ea typeface="Noto Sans Khmer"/>
                <a:cs typeface="Noto Sans Khmer"/>
              </a:defRPr>
            </a:pPr>
            <a:r>
              <a:rPr sz="2850" b="1">
                <a:solidFill>
                  <a:srgbClr val="0B0B0B"/>
                </a:solidFill>
                <a:latin typeface="Noto Sans Khmer"/>
                <a:ea typeface="Noto Sans Khmer"/>
                <a:cs typeface="Noto Sans Khmer"/>
              </a:rPr>
              <a:t>ហានិភ័យ និងផែនការអនាគត ៣ ឆ្នាំ</a:t>
            </a:r>
          </a:p>
        </p:txBody>
      </p:sp>
      <p:sp>
        <p:nvSpPr>
          <p:cNvPr id="6" name="">
            <a:extLst xmlns:a="http://schemas.openxmlformats.org/drawingml/2006/main">
              <a:ext uri="{FF2B5EF4-FFF2-40B4-BE49-F238E27FC236}">
                <a16:creationId xmlns:a16="http://schemas.microsoft.com/office/drawing/2014/main" id="{7566E1D2-7AC9-46FD-8A95-0E5314CDE133}"/>
              </a:ext>
            </a:extLst>
          </p:cNvPr>
          <p:cNvSpPr>
            <a:spLocks xmlns:a="http://schemas.openxmlformats.org/drawingml/2006/main" noGrp="1"/>
          </p:cNvSpPr>
          <p:nvPr/>
        </p:nvSpPr>
        <p:spPr>
          <a:xfrm xmlns:a="http://schemas.openxmlformats.org/drawingml/2006/main">
            <a:off x="552450" y="1276350"/>
            <a:ext cx="790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5000"/>
              </a:lnSpc>
              <a:buNone/>
              <a:defRPr sz="1275" b="0">
                <a:solidFill>
                  <a:srgbClr val="383838"/>
                </a:solidFill>
                <a:latin typeface="Noto Sans Khmer"/>
                <a:ea typeface="Noto Sans Khmer"/>
                <a:cs typeface="Noto Sans Khmer"/>
              </a:defRPr>
            </a:pPr>
            <a:r>
              <a:rPr sz="1275" b="0">
                <a:solidFill>
                  <a:srgbClr val="383838"/>
                </a:solidFill>
                <a:latin typeface="Noto Sans Khmer"/>
                <a:ea typeface="Noto Sans Khmer"/>
                <a:cs typeface="Noto Sans Khmer"/>
              </a:rPr>
              <a:t>The plan names risks directly and shows how the team will respond.</a:t>
            </a:r>
          </a:p>
        </p:txBody>
      </p:sp>
      <p:sp>
        <p:nvSpPr>
          <p:cNvPr id="7" name="">
            <a:extLst xmlns:a="http://schemas.openxmlformats.org/drawingml/2006/main">
              <a:ext uri="{FF2B5EF4-FFF2-40B4-BE49-F238E27FC236}">
                <a16:creationId xmlns:a16="http://schemas.microsoft.com/office/drawing/2014/main" id="{494FA628-7F85-4252-A9BA-683277CDD29B}"/>
              </a:ext>
            </a:extLst>
          </p:cNvPr>
          <p:cNvSpPr>
            <a:spLocks xmlns:a="http://schemas.openxmlformats.org/drawingml/2006/main" noGrp="1"/>
          </p:cNvSpPr>
          <p:nvPr/>
        </p:nvSpPr>
        <p:spPr>
          <a:xfrm xmlns:a="http://schemas.openxmlformats.org/drawingml/2006/main">
            <a:off x="704850" y="1695450"/>
            <a:ext cx="4953000" cy="45720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8" name="">
            <a:extLst xmlns:a="http://schemas.openxmlformats.org/drawingml/2006/main">
              <a:ext uri="{FF2B5EF4-FFF2-40B4-BE49-F238E27FC236}">
                <a16:creationId xmlns:a16="http://schemas.microsoft.com/office/drawing/2014/main" id="{9D24703A-309E-4E9C-9DB1-4E5607DECAB5}"/>
              </a:ext>
            </a:extLst>
          </p:cNvPr>
          <p:cNvSpPr>
            <a:spLocks xmlns:a="http://schemas.openxmlformats.org/drawingml/2006/main" noGrp="1"/>
          </p:cNvSpPr>
          <p:nvPr/>
        </p:nvSpPr>
        <p:spPr>
          <a:xfrm xmlns:a="http://schemas.openxmlformats.org/drawingml/2006/main">
            <a:off x="666750" y="1657350"/>
            <a:ext cx="4953000" cy="457200"/>
          </a:xfrm>
          <a:prstGeom xmlns:a="http://schemas.openxmlformats.org/drawingml/2006/main" prst="rect">
            <a:avLst/>
          </a:prstGeom>
          <a:solidFill xmlns:a="http://schemas.openxmlformats.org/drawingml/2006/main">
            <a:srgbClr val="EAB308"/>
          </a:solidFill>
          <a:ln xmlns:a="http://schemas.openxmlformats.org/drawingml/2006/main" w="28575">
            <a:solidFill>
              <a:srgbClr val="0B0B0B"/>
            </a:solidFill>
            <a:prstDash val="solid"/>
          </a:ln>
        </p:spPr>
      </p:sp>
      <p:sp>
        <p:nvSpPr>
          <p:cNvPr id="9" name="">
            <a:extLst xmlns:a="http://schemas.openxmlformats.org/drawingml/2006/main">
              <a:ext uri="{FF2B5EF4-FFF2-40B4-BE49-F238E27FC236}">
                <a16:creationId xmlns:a16="http://schemas.microsoft.com/office/drawing/2014/main" id="{048D32E4-D6E4-4DA8-AD29-90A4E3B792AE}"/>
              </a:ext>
            </a:extLst>
          </p:cNvPr>
          <p:cNvSpPr>
            <a:spLocks xmlns:a="http://schemas.openxmlformats.org/drawingml/2006/main" noGrp="1"/>
          </p:cNvSpPr>
          <p:nvPr/>
        </p:nvSpPr>
        <p:spPr>
          <a:xfrm xmlns:a="http://schemas.openxmlformats.org/drawingml/2006/main">
            <a:off x="838200" y="17526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84656"/>
          </a:bodyPr>
          <a:lstStyle xmlns:a="http://schemas.openxmlformats.org/drawingml/2006/main"/>
          <a:p xmlns:a="http://schemas.openxmlformats.org/drawingml/2006/main">
            <a:pPr algn="l">
              <a:lnSpc>
                <a:spcPct val="105000"/>
              </a:lnSpc>
              <a:buNone/>
              <a:defRPr sz="1125" b="1">
                <a:solidFill>
                  <a:srgbClr val="0B0B0B"/>
                </a:solidFill>
                <a:latin typeface="Noto Sans Khmer"/>
                <a:ea typeface="Noto Sans Khmer"/>
                <a:cs typeface="Noto Sans Khmer"/>
              </a:defRPr>
            </a:pPr>
            <a:r>
              <a:rPr sz="1125" b="1">
                <a:solidFill>
                  <a:srgbClr val="0B0B0B"/>
                </a:solidFill>
                <a:latin typeface="Noto Sans Khmer"/>
                <a:ea typeface="Noto Sans Khmer"/>
                <a:cs typeface="Noto Sans Khmer"/>
              </a:rPr>
              <a:t>Limited internet</a:t>
            </a:r>
          </a:p>
        </p:txBody>
      </p:sp>
      <p:sp>
        <p:nvSpPr>
          <p:cNvPr id="10" name="">
            <a:extLst xmlns:a="http://schemas.openxmlformats.org/drawingml/2006/main">
              <a:ext uri="{FF2B5EF4-FFF2-40B4-BE49-F238E27FC236}">
                <a16:creationId xmlns:a16="http://schemas.microsoft.com/office/drawing/2014/main" id="{C25D11D1-847A-44A6-ACC0-4CB91ABCADEC}"/>
              </a:ext>
            </a:extLst>
          </p:cNvPr>
          <p:cNvSpPr>
            <a:spLocks xmlns:a="http://schemas.openxmlformats.org/drawingml/2006/main" noGrp="1"/>
          </p:cNvSpPr>
          <p:nvPr/>
        </p:nvSpPr>
        <p:spPr>
          <a:xfrm xmlns:a="http://schemas.openxmlformats.org/drawingml/2006/main">
            <a:off x="2419350" y="1743075"/>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5000"/>
              </a:lnSpc>
              <a:buNone/>
              <a:defRPr sz="1050" b="0">
                <a:solidFill>
                  <a:srgbClr val="303030"/>
                </a:solidFill>
                <a:latin typeface="Noto Sans Khmer"/>
                <a:ea typeface="Noto Sans Khmer"/>
                <a:cs typeface="Noto Sans Khmer"/>
              </a:defRPr>
            </a:pPr>
            <a:r>
              <a:rPr sz="1050" b="0">
                <a:solidFill>
                  <a:srgbClr val="303030"/>
                </a:solidFill>
                <a:latin typeface="Noto Sans Khmer"/>
                <a:ea typeface="Noto Sans Khmer"/>
                <a:cs typeface="Noto Sans Khmer"/>
              </a:rPr>
              <a:t>Low-data design, speed, offline option in Year 2</a:t>
            </a:r>
          </a:p>
        </p:txBody>
      </p:sp>
      <p:sp>
        <p:nvSpPr>
          <p:cNvPr id="11" name="">
            <a:extLst xmlns:a="http://schemas.openxmlformats.org/drawingml/2006/main">
              <a:ext uri="{FF2B5EF4-FFF2-40B4-BE49-F238E27FC236}">
                <a16:creationId xmlns:a16="http://schemas.microsoft.com/office/drawing/2014/main" id="{3FC70AC2-A5E9-43B1-802D-0BA927ED9F0E}"/>
              </a:ext>
            </a:extLst>
          </p:cNvPr>
          <p:cNvSpPr>
            <a:spLocks xmlns:a="http://schemas.openxmlformats.org/drawingml/2006/main" noGrp="1"/>
          </p:cNvSpPr>
          <p:nvPr/>
        </p:nvSpPr>
        <p:spPr>
          <a:xfrm xmlns:a="http://schemas.openxmlformats.org/drawingml/2006/main">
            <a:off x="704850" y="2362200"/>
            <a:ext cx="4953000" cy="45720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12" name="">
            <a:extLst xmlns:a="http://schemas.openxmlformats.org/drawingml/2006/main">
              <a:ext uri="{FF2B5EF4-FFF2-40B4-BE49-F238E27FC236}">
                <a16:creationId xmlns:a16="http://schemas.microsoft.com/office/drawing/2014/main" id="{D8ADA9DB-502F-4AE6-AFF5-868BB010735D}"/>
              </a:ext>
            </a:extLst>
          </p:cNvPr>
          <p:cNvSpPr>
            <a:spLocks xmlns:a="http://schemas.openxmlformats.org/drawingml/2006/main" noGrp="1"/>
          </p:cNvSpPr>
          <p:nvPr/>
        </p:nvSpPr>
        <p:spPr>
          <a:xfrm xmlns:a="http://schemas.openxmlformats.org/drawingml/2006/main">
            <a:off x="666750" y="2324100"/>
            <a:ext cx="4953000" cy="45720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13" name="">
            <a:extLst xmlns:a="http://schemas.openxmlformats.org/drawingml/2006/main">
              <a:ext uri="{FF2B5EF4-FFF2-40B4-BE49-F238E27FC236}">
                <a16:creationId xmlns:a16="http://schemas.microsoft.com/office/drawing/2014/main" id="{51816A83-F8FF-4EDA-93E1-6DAD391D5130}"/>
              </a:ext>
            </a:extLst>
          </p:cNvPr>
          <p:cNvSpPr>
            <a:spLocks xmlns:a="http://schemas.openxmlformats.org/drawingml/2006/main" noGrp="1"/>
          </p:cNvSpPr>
          <p:nvPr/>
        </p:nvSpPr>
        <p:spPr>
          <a:xfrm xmlns:a="http://schemas.openxmlformats.org/drawingml/2006/main">
            <a:off x="838200" y="24193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84656"/>
          </a:bodyPr>
          <a:lstStyle xmlns:a="http://schemas.openxmlformats.org/drawingml/2006/main"/>
          <a:p xmlns:a="http://schemas.openxmlformats.org/drawingml/2006/main">
            <a:pPr algn="l">
              <a:lnSpc>
                <a:spcPct val="105000"/>
              </a:lnSpc>
              <a:buNone/>
              <a:defRPr sz="1125" b="1">
                <a:solidFill>
                  <a:srgbClr val="0B0B0B"/>
                </a:solidFill>
                <a:latin typeface="Noto Sans Khmer"/>
                <a:ea typeface="Noto Sans Khmer"/>
                <a:cs typeface="Noto Sans Khmer"/>
              </a:defRPr>
            </a:pPr>
            <a:r>
              <a:rPr sz="1125" b="1">
                <a:solidFill>
                  <a:srgbClr val="0B0B0B"/>
                </a:solidFill>
                <a:latin typeface="Noto Sans Khmer"/>
                <a:ea typeface="Noto Sans Khmer"/>
                <a:cs typeface="Noto Sans Khmer"/>
              </a:rPr>
              <a:t>Low trust</a:t>
            </a:r>
          </a:p>
        </p:txBody>
      </p:sp>
      <p:sp>
        <p:nvSpPr>
          <p:cNvPr id="14" name="">
            <a:extLst xmlns:a="http://schemas.openxmlformats.org/drawingml/2006/main">
              <a:ext uri="{FF2B5EF4-FFF2-40B4-BE49-F238E27FC236}">
                <a16:creationId xmlns:a16="http://schemas.microsoft.com/office/drawing/2014/main" id="{4DD82AC5-6380-49D0-8E42-B4B67A12DDEA}"/>
              </a:ext>
            </a:extLst>
          </p:cNvPr>
          <p:cNvSpPr>
            <a:spLocks xmlns:a="http://schemas.openxmlformats.org/drawingml/2006/main" noGrp="1"/>
          </p:cNvSpPr>
          <p:nvPr/>
        </p:nvSpPr>
        <p:spPr>
          <a:xfrm xmlns:a="http://schemas.openxmlformats.org/drawingml/2006/main">
            <a:off x="2419350" y="2409825"/>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93832"/>
          </a:bodyPr>
          <a:lstStyle xmlns:a="http://schemas.openxmlformats.org/drawingml/2006/main"/>
          <a:p xmlns:a="http://schemas.openxmlformats.org/drawingml/2006/main">
            <a:pPr algn="l">
              <a:lnSpc>
                <a:spcPct val="105000"/>
              </a:lnSpc>
              <a:buNone/>
              <a:defRPr sz="1050" b="0">
                <a:solidFill>
                  <a:srgbClr val="303030"/>
                </a:solidFill>
                <a:latin typeface="Noto Sans Khmer"/>
                <a:ea typeface="Noto Sans Khmer"/>
                <a:cs typeface="Noto Sans Khmer"/>
              </a:defRPr>
            </a:pPr>
            <a:r>
              <a:rPr sz="1050" b="0">
                <a:solidFill>
                  <a:srgbClr val="303030"/>
                </a:solidFill>
                <a:latin typeface="Noto Sans Khmer"/>
                <a:ea typeface="Noto Sans Khmer"/>
                <a:cs typeface="Noto Sans Khmer"/>
              </a:rPr>
              <a:t>Technovation proof, teacher network, ministry MoU</a:t>
            </a:r>
          </a:p>
        </p:txBody>
      </p:sp>
      <p:sp>
        <p:nvSpPr>
          <p:cNvPr id="15" name="">
            <a:extLst xmlns:a="http://schemas.openxmlformats.org/drawingml/2006/main">
              <a:ext uri="{FF2B5EF4-FFF2-40B4-BE49-F238E27FC236}">
                <a16:creationId xmlns:a16="http://schemas.microsoft.com/office/drawing/2014/main" id="{5CEC984A-8E08-451E-BCFE-AB5569EF42DC}"/>
              </a:ext>
            </a:extLst>
          </p:cNvPr>
          <p:cNvSpPr>
            <a:spLocks xmlns:a="http://schemas.openxmlformats.org/drawingml/2006/main" noGrp="1"/>
          </p:cNvSpPr>
          <p:nvPr/>
        </p:nvSpPr>
        <p:spPr>
          <a:xfrm xmlns:a="http://schemas.openxmlformats.org/drawingml/2006/main">
            <a:off x="704850" y="3028950"/>
            <a:ext cx="4953000" cy="45720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16" name="">
            <a:extLst xmlns:a="http://schemas.openxmlformats.org/drawingml/2006/main">
              <a:ext uri="{FF2B5EF4-FFF2-40B4-BE49-F238E27FC236}">
                <a16:creationId xmlns:a16="http://schemas.microsoft.com/office/drawing/2014/main" id="{C4DB3A5A-0C74-4B5C-A723-0647BD819211}"/>
              </a:ext>
            </a:extLst>
          </p:cNvPr>
          <p:cNvSpPr>
            <a:spLocks xmlns:a="http://schemas.openxmlformats.org/drawingml/2006/main" noGrp="1"/>
          </p:cNvSpPr>
          <p:nvPr/>
        </p:nvSpPr>
        <p:spPr>
          <a:xfrm xmlns:a="http://schemas.openxmlformats.org/drawingml/2006/main">
            <a:off x="666750" y="2990850"/>
            <a:ext cx="4953000" cy="457200"/>
          </a:xfrm>
          <a:prstGeom xmlns:a="http://schemas.openxmlformats.org/drawingml/2006/main" prst="rect">
            <a:avLst/>
          </a:prstGeom>
          <a:solidFill xmlns:a="http://schemas.openxmlformats.org/drawingml/2006/main">
            <a:srgbClr val="EAB308"/>
          </a:solidFill>
          <a:ln xmlns:a="http://schemas.openxmlformats.org/drawingml/2006/main" w="28575">
            <a:solidFill>
              <a:srgbClr val="0B0B0B"/>
            </a:solidFill>
            <a:prstDash val="solid"/>
          </a:ln>
        </p:spPr>
      </p:sp>
      <p:sp>
        <p:nvSpPr>
          <p:cNvPr id="17" name="">
            <a:extLst xmlns:a="http://schemas.openxmlformats.org/drawingml/2006/main">
              <a:ext uri="{FF2B5EF4-FFF2-40B4-BE49-F238E27FC236}">
                <a16:creationId xmlns:a16="http://schemas.microsoft.com/office/drawing/2014/main" id="{E117852F-97EC-4FD8-90FA-AB9F90FDBF04}"/>
              </a:ext>
            </a:extLst>
          </p:cNvPr>
          <p:cNvSpPr>
            <a:spLocks xmlns:a="http://schemas.openxmlformats.org/drawingml/2006/main" noGrp="1"/>
          </p:cNvSpPr>
          <p:nvPr/>
        </p:nvSpPr>
        <p:spPr>
          <a:xfrm xmlns:a="http://schemas.openxmlformats.org/drawingml/2006/main">
            <a:off x="838200" y="30861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84656"/>
          </a:bodyPr>
          <a:lstStyle xmlns:a="http://schemas.openxmlformats.org/drawingml/2006/main"/>
          <a:p xmlns:a="http://schemas.openxmlformats.org/drawingml/2006/main">
            <a:pPr algn="l">
              <a:lnSpc>
                <a:spcPct val="105000"/>
              </a:lnSpc>
              <a:buNone/>
              <a:defRPr sz="1125" b="1">
                <a:solidFill>
                  <a:srgbClr val="0B0B0B"/>
                </a:solidFill>
                <a:latin typeface="Noto Sans Khmer"/>
                <a:ea typeface="Noto Sans Khmer"/>
                <a:cs typeface="Noto Sans Khmer"/>
              </a:defRPr>
            </a:pPr>
            <a:r>
              <a:rPr sz="1125" b="1">
                <a:solidFill>
                  <a:srgbClr val="0B0B0B"/>
                </a:solidFill>
                <a:latin typeface="Noto Sans Khmer"/>
                <a:ea typeface="Noto Sans Khmer"/>
                <a:cs typeface="Noto Sans Khmer"/>
              </a:rPr>
              <a:t>Copycats</a:t>
            </a:r>
          </a:p>
        </p:txBody>
      </p:sp>
      <p:sp>
        <p:nvSpPr>
          <p:cNvPr id="18" name="">
            <a:extLst xmlns:a="http://schemas.openxmlformats.org/drawingml/2006/main">
              <a:ext uri="{FF2B5EF4-FFF2-40B4-BE49-F238E27FC236}">
                <a16:creationId xmlns:a16="http://schemas.microsoft.com/office/drawing/2014/main" id="{FFA11634-65D4-4B37-8EA0-A5F854236510}"/>
              </a:ext>
            </a:extLst>
          </p:cNvPr>
          <p:cNvSpPr>
            <a:spLocks xmlns:a="http://schemas.openxmlformats.org/drawingml/2006/main" noGrp="1"/>
          </p:cNvSpPr>
          <p:nvPr/>
        </p:nvSpPr>
        <p:spPr>
          <a:xfrm xmlns:a="http://schemas.openxmlformats.org/drawingml/2006/main">
            <a:off x="2419350" y="3076575"/>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91561"/>
          </a:bodyPr>
          <a:lstStyle xmlns:a="http://schemas.openxmlformats.org/drawingml/2006/main"/>
          <a:p xmlns:a="http://schemas.openxmlformats.org/drawingml/2006/main">
            <a:pPr algn="l">
              <a:lnSpc>
                <a:spcPct val="105000"/>
              </a:lnSpc>
              <a:buNone/>
              <a:defRPr sz="1050" b="0">
                <a:solidFill>
                  <a:srgbClr val="303030"/>
                </a:solidFill>
                <a:latin typeface="Noto Sans Khmer"/>
                <a:ea typeface="Noto Sans Khmer"/>
                <a:cs typeface="Noto Sans Khmer"/>
              </a:defRPr>
            </a:pPr>
            <a:r>
              <a:rPr sz="1050" b="0">
                <a:solidFill>
                  <a:srgbClr val="303030"/>
                </a:solidFill>
                <a:latin typeface="Noto Sans Khmer"/>
                <a:ea typeface="Noto Sans Khmer"/>
                <a:cs typeface="Noto Sans Khmer"/>
              </a:rPr>
              <a:t>Content moat, network effects, teacher relationships</a:t>
            </a:r>
          </a:p>
        </p:txBody>
      </p:sp>
      <p:sp>
        <p:nvSpPr>
          <p:cNvPr id="19" name="">
            <a:extLst xmlns:a="http://schemas.openxmlformats.org/drawingml/2006/main">
              <a:ext uri="{FF2B5EF4-FFF2-40B4-BE49-F238E27FC236}">
                <a16:creationId xmlns:a16="http://schemas.microsoft.com/office/drawing/2014/main" id="{8EAC87D2-74D8-48FB-881C-74207E17B22C}"/>
              </a:ext>
            </a:extLst>
          </p:cNvPr>
          <p:cNvSpPr>
            <a:spLocks xmlns:a="http://schemas.openxmlformats.org/drawingml/2006/main" noGrp="1"/>
          </p:cNvSpPr>
          <p:nvPr/>
        </p:nvSpPr>
        <p:spPr>
          <a:xfrm xmlns:a="http://schemas.openxmlformats.org/drawingml/2006/main">
            <a:off x="704850" y="3695700"/>
            <a:ext cx="4953000" cy="45720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20" name="">
            <a:extLst xmlns:a="http://schemas.openxmlformats.org/drawingml/2006/main">
              <a:ext uri="{FF2B5EF4-FFF2-40B4-BE49-F238E27FC236}">
                <a16:creationId xmlns:a16="http://schemas.microsoft.com/office/drawing/2014/main" id="{2DE9AF4F-6A66-48A4-9AF6-2EBDA3A3BBC1}"/>
              </a:ext>
            </a:extLst>
          </p:cNvPr>
          <p:cNvSpPr>
            <a:spLocks xmlns:a="http://schemas.openxmlformats.org/drawingml/2006/main" noGrp="1"/>
          </p:cNvSpPr>
          <p:nvPr/>
        </p:nvSpPr>
        <p:spPr>
          <a:xfrm xmlns:a="http://schemas.openxmlformats.org/drawingml/2006/main">
            <a:off x="666750" y="3657600"/>
            <a:ext cx="4953000" cy="45720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21" name="">
            <a:extLst xmlns:a="http://schemas.openxmlformats.org/drawingml/2006/main">
              <a:ext uri="{FF2B5EF4-FFF2-40B4-BE49-F238E27FC236}">
                <a16:creationId xmlns:a16="http://schemas.microsoft.com/office/drawing/2014/main" id="{E65C39E7-3E48-4C6C-8A65-ED5542BEEBDF}"/>
              </a:ext>
            </a:extLst>
          </p:cNvPr>
          <p:cNvSpPr>
            <a:spLocks xmlns:a="http://schemas.openxmlformats.org/drawingml/2006/main" noGrp="1"/>
          </p:cNvSpPr>
          <p:nvPr/>
        </p:nvSpPr>
        <p:spPr>
          <a:xfrm xmlns:a="http://schemas.openxmlformats.org/drawingml/2006/main">
            <a:off x="838200" y="37528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84656"/>
          </a:bodyPr>
          <a:lstStyle xmlns:a="http://schemas.openxmlformats.org/drawingml/2006/main"/>
          <a:p xmlns:a="http://schemas.openxmlformats.org/drawingml/2006/main">
            <a:pPr algn="l">
              <a:lnSpc>
                <a:spcPct val="105000"/>
              </a:lnSpc>
              <a:buNone/>
              <a:defRPr sz="1125" b="1">
                <a:solidFill>
                  <a:srgbClr val="0B0B0B"/>
                </a:solidFill>
                <a:latin typeface="Noto Sans Khmer"/>
                <a:ea typeface="Noto Sans Khmer"/>
                <a:cs typeface="Noto Sans Khmer"/>
              </a:defRPr>
            </a:pPr>
            <a:r>
              <a:rPr sz="1125" b="1">
                <a:solidFill>
                  <a:srgbClr val="0B0B0B"/>
                </a:solidFill>
                <a:latin typeface="Noto Sans Khmer"/>
                <a:ea typeface="Noto Sans Khmer"/>
                <a:cs typeface="Noto Sans Khmer"/>
              </a:rPr>
              <a:t>Team capacity</a:t>
            </a:r>
          </a:p>
        </p:txBody>
      </p:sp>
      <p:sp>
        <p:nvSpPr>
          <p:cNvPr id="22" name="">
            <a:extLst xmlns:a="http://schemas.openxmlformats.org/drawingml/2006/main">
              <a:ext uri="{FF2B5EF4-FFF2-40B4-BE49-F238E27FC236}">
                <a16:creationId xmlns:a16="http://schemas.microsoft.com/office/drawing/2014/main" id="{2FBBA829-2212-4224-95FA-E5AA1B299BD7}"/>
              </a:ext>
            </a:extLst>
          </p:cNvPr>
          <p:cNvSpPr>
            <a:spLocks xmlns:a="http://schemas.openxmlformats.org/drawingml/2006/main" noGrp="1"/>
          </p:cNvSpPr>
          <p:nvPr/>
        </p:nvSpPr>
        <p:spPr>
          <a:xfrm xmlns:a="http://schemas.openxmlformats.org/drawingml/2006/main">
            <a:off x="2419350" y="3743325"/>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5000"/>
              </a:lnSpc>
              <a:buNone/>
              <a:defRPr sz="1050" b="0">
                <a:solidFill>
                  <a:srgbClr val="303030"/>
                </a:solidFill>
                <a:latin typeface="Noto Sans Khmer"/>
                <a:ea typeface="Noto Sans Khmer"/>
                <a:cs typeface="Noto Sans Khmer"/>
              </a:defRPr>
            </a:pPr>
            <a:r>
              <a:rPr sz="1050" b="0">
                <a:solidFill>
                  <a:srgbClr val="303030"/>
                </a:solidFill>
                <a:latin typeface="Noto Sans Khmer"/>
                <a:ea typeface="Noto Sans Khmer"/>
                <a:cs typeface="Noto Sans Khmer"/>
              </a:rPr>
              <a:t>Clear roles and 2 mentors</a:t>
            </a:r>
          </a:p>
        </p:txBody>
      </p:sp>
      <p:sp>
        <p:nvSpPr>
          <p:cNvPr id="23" name="">
            <a:extLst xmlns:a="http://schemas.openxmlformats.org/drawingml/2006/main">
              <a:ext uri="{FF2B5EF4-FFF2-40B4-BE49-F238E27FC236}">
                <a16:creationId xmlns:a16="http://schemas.microsoft.com/office/drawing/2014/main" id="{FDDB1CFD-6A97-4B39-AB37-24FC5CF625E4}"/>
              </a:ext>
            </a:extLst>
          </p:cNvPr>
          <p:cNvSpPr>
            <a:spLocks xmlns:a="http://schemas.openxmlformats.org/drawingml/2006/main" noGrp="1"/>
          </p:cNvSpPr>
          <p:nvPr/>
        </p:nvSpPr>
        <p:spPr>
          <a:xfrm xmlns:a="http://schemas.openxmlformats.org/drawingml/2006/main">
            <a:off x="704850" y="4362450"/>
            <a:ext cx="4953000" cy="45720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24" name="">
            <a:extLst xmlns:a="http://schemas.openxmlformats.org/drawingml/2006/main">
              <a:ext uri="{FF2B5EF4-FFF2-40B4-BE49-F238E27FC236}">
                <a16:creationId xmlns:a16="http://schemas.microsoft.com/office/drawing/2014/main" id="{5E1231A0-9702-4BC6-B68D-E9CD916300AA}"/>
              </a:ext>
            </a:extLst>
          </p:cNvPr>
          <p:cNvSpPr>
            <a:spLocks xmlns:a="http://schemas.openxmlformats.org/drawingml/2006/main" noGrp="1"/>
          </p:cNvSpPr>
          <p:nvPr/>
        </p:nvSpPr>
        <p:spPr>
          <a:xfrm xmlns:a="http://schemas.openxmlformats.org/drawingml/2006/main">
            <a:off x="666750" y="4324350"/>
            <a:ext cx="4953000" cy="457200"/>
          </a:xfrm>
          <a:prstGeom xmlns:a="http://schemas.openxmlformats.org/drawingml/2006/main" prst="rect">
            <a:avLst/>
          </a:prstGeom>
          <a:solidFill xmlns:a="http://schemas.openxmlformats.org/drawingml/2006/main">
            <a:srgbClr val="EAB308"/>
          </a:solidFill>
          <a:ln xmlns:a="http://schemas.openxmlformats.org/drawingml/2006/main" w="28575">
            <a:solidFill>
              <a:srgbClr val="0B0B0B"/>
            </a:solidFill>
            <a:prstDash val="solid"/>
          </a:ln>
        </p:spPr>
      </p:sp>
      <p:sp>
        <p:nvSpPr>
          <p:cNvPr id="25" name="">
            <a:extLst xmlns:a="http://schemas.openxmlformats.org/drawingml/2006/main">
              <a:ext uri="{FF2B5EF4-FFF2-40B4-BE49-F238E27FC236}">
                <a16:creationId xmlns:a16="http://schemas.microsoft.com/office/drawing/2014/main" id="{28AC2F83-C6D7-4826-8A90-A254DC5F8914}"/>
              </a:ext>
            </a:extLst>
          </p:cNvPr>
          <p:cNvSpPr>
            <a:spLocks xmlns:a="http://schemas.openxmlformats.org/drawingml/2006/main" noGrp="1"/>
          </p:cNvSpPr>
          <p:nvPr/>
        </p:nvSpPr>
        <p:spPr>
          <a:xfrm xmlns:a="http://schemas.openxmlformats.org/drawingml/2006/main">
            <a:off x="838200" y="44196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84656"/>
          </a:bodyPr>
          <a:lstStyle xmlns:a="http://schemas.openxmlformats.org/drawingml/2006/main"/>
          <a:p xmlns:a="http://schemas.openxmlformats.org/drawingml/2006/main">
            <a:pPr algn="l">
              <a:lnSpc>
                <a:spcPct val="105000"/>
              </a:lnSpc>
              <a:buNone/>
              <a:defRPr sz="1125" b="1">
                <a:solidFill>
                  <a:srgbClr val="0B0B0B"/>
                </a:solidFill>
                <a:latin typeface="Noto Sans Khmer"/>
                <a:ea typeface="Noto Sans Khmer"/>
                <a:cs typeface="Noto Sans Khmer"/>
              </a:defRPr>
            </a:pPr>
            <a:r>
              <a:rPr sz="1125" b="1">
                <a:solidFill>
                  <a:srgbClr val="0B0B0B"/>
                </a:solidFill>
                <a:latin typeface="Noto Sans Khmer"/>
                <a:ea typeface="Noto Sans Khmer"/>
                <a:cs typeface="Noto Sans Khmer"/>
              </a:rPr>
              <a:t>Hosting cost</a:t>
            </a:r>
          </a:p>
        </p:txBody>
      </p:sp>
      <p:sp>
        <p:nvSpPr>
          <p:cNvPr id="26" name="">
            <a:extLst xmlns:a="http://schemas.openxmlformats.org/drawingml/2006/main">
              <a:ext uri="{FF2B5EF4-FFF2-40B4-BE49-F238E27FC236}">
                <a16:creationId xmlns:a16="http://schemas.microsoft.com/office/drawing/2014/main" id="{9EBEAD34-E12C-4187-B179-782A49F9A218}"/>
              </a:ext>
            </a:extLst>
          </p:cNvPr>
          <p:cNvSpPr>
            <a:spLocks xmlns:a="http://schemas.openxmlformats.org/drawingml/2006/main" noGrp="1"/>
          </p:cNvSpPr>
          <p:nvPr/>
        </p:nvSpPr>
        <p:spPr>
          <a:xfrm xmlns:a="http://schemas.openxmlformats.org/drawingml/2006/main">
            <a:off x="2419350" y="4410075"/>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5000"/>
              </a:lnSpc>
              <a:buNone/>
              <a:defRPr sz="1050" b="0">
                <a:solidFill>
                  <a:srgbClr val="303030"/>
                </a:solidFill>
                <a:latin typeface="Noto Sans Khmer"/>
                <a:ea typeface="Noto Sans Khmer"/>
                <a:cs typeface="Noto Sans Khmer"/>
              </a:defRPr>
            </a:pPr>
            <a:r>
              <a:rPr sz="1050" b="0">
                <a:solidFill>
                  <a:srgbClr val="303030"/>
                </a:solidFill>
                <a:latin typeface="Noto Sans Khmer"/>
                <a:ea typeface="Noto Sans Khmer"/>
                <a:cs typeface="Noto Sans Khmer"/>
              </a:rPr>
              <a:t>Keep costs low and monitor scaling</a:t>
            </a:r>
          </a:p>
        </p:txBody>
      </p:sp>
      <p:sp>
        <p:nvSpPr>
          <p:cNvPr id="27" name="">
            <a:extLst xmlns:a="http://schemas.openxmlformats.org/drawingml/2006/main">
              <a:ext uri="{FF2B5EF4-FFF2-40B4-BE49-F238E27FC236}">
                <a16:creationId xmlns:a16="http://schemas.microsoft.com/office/drawing/2014/main" id="{839ED243-2A78-4C8D-9A09-7A43AD337E67}"/>
              </a:ext>
            </a:extLst>
          </p:cNvPr>
          <p:cNvSpPr>
            <a:spLocks xmlns:a="http://schemas.openxmlformats.org/drawingml/2006/main" noGrp="1"/>
          </p:cNvSpPr>
          <p:nvPr/>
        </p:nvSpPr>
        <p:spPr>
          <a:xfrm xmlns:a="http://schemas.openxmlformats.org/drawingml/2006/main">
            <a:off x="6267450" y="1714500"/>
            <a:ext cx="4762500" cy="11239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28" name="">
            <a:extLst xmlns:a="http://schemas.openxmlformats.org/drawingml/2006/main">
              <a:ext uri="{FF2B5EF4-FFF2-40B4-BE49-F238E27FC236}">
                <a16:creationId xmlns:a16="http://schemas.microsoft.com/office/drawing/2014/main" id="{F160C951-EFC4-4006-A1BE-DB1EE1AE5A79}"/>
              </a:ext>
            </a:extLst>
          </p:cNvPr>
          <p:cNvSpPr>
            <a:spLocks xmlns:a="http://schemas.openxmlformats.org/drawingml/2006/main" noGrp="1"/>
          </p:cNvSpPr>
          <p:nvPr/>
        </p:nvSpPr>
        <p:spPr>
          <a:xfrm xmlns:a="http://schemas.openxmlformats.org/drawingml/2006/main">
            <a:off x="6191250" y="1638300"/>
            <a:ext cx="4762500" cy="112395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29" name="">
            <a:extLst xmlns:a="http://schemas.openxmlformats.org/drawingml/2006/main">
              <a:ext uri="{FF2B5EF4-FFF2-40B4-BE49-F238E27FC236}">
                <a16:creationId xmlns:a16="http://schemas.microsoft.com/office/drawing/2014/main" id="{87DB5F9F-5F36-466B-BFAF-581FC2BF0BB4}"/>
              </a:ext>
            </a:extLst>
          </p:cNvPr>
          <p:cNvSpPr>
            <a:spLocks xmlns:a="http://schemas.openxmlformats.org/drawingml/2006/main" noGrp="1"/>
          </p:cNvSpPr>
          <p:nvPr/>
        </p:nvSpPr>
        <p:spPr>
          <a:xfrm xmlns:a="http://schemas.openxmlformats.org/drawingml/2006/main">
            <a:off x="6191250" y="1638300"/>
            <a:ext cx="4762500" cy="323850"/>
          </a:xfrm>
          <a:prstGeom xmlns:a="http://schemas.openxmlformats.org/drawingml/2006/main" prst="rect">
            <a:avLst/>
          </a:prstGeom>
          <a:solidFill xmlns:a="http://schemas.openxmlformats.org/drawingml/2006/main">
            <a:srgbClr val="2563EB"/>
          </a:solidFill>
          <a:ln xmlns:a="http://schemas.openxmlformats.org/drawingml/2006/main" w="0">
            <a:solidFill>
              <a:srgbClr val="0B0B0B"/>
            </a:solidFill>
            <a:prstDash val="solid"/>
          </a:ln>
        </p:spPr>
      </p:sp>
      <p:sp>
        <p:nvSpPr>
          <p:cNvPr id="30" name="">
            <a:extLst xmlns:a="http://schemas.openxmlformats.org/drawingml/2006/main">
              <a:ext uri="{FF2B5EF4-FFF2-40B4-BE49-F238E27FC236}">
                <a16:creationId xmlns:a16="http://schemas.microsoft.com/office/drawing/2014/main" id="{4B0D98C1-89E8-4674-8356-A7F55FAA8C3E}"/>
              </a:ext>
            </a:extLst>
          </p:cNvPr>
          <p:cNvSpPr>
            <a:spLocks xmlns:a="http://schemas.openxmlformats.org/drawingml/2006/main" noGrp="1"/>
          </p:cNvSpPr>
          <p:nvPr/>
        </p:nvSpPr>
        <p:spPr>
          <a:xfrm xmlns:a="http://schemas.openxmlformats.org/drawingml/2006/main">
            <a:off x="6324600" y="1695450"/>
            <a:ext cx="449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lnSpc>
                <a:spcPct val="105000"/>
              </a:lnSpc>
              <a:buNone/>
              <a:defRPr sz="975" b="1">
                <a:solidFill>
                  <a:srgbClr val="0B0B0B"/>
                </a:solidFill>
                <a:latin typeface="Noto Sans Khmer"/>
                <a:ea typeface="Noto Sans Khmer"/>
                <a:cs typeface="Noto Sans Khmer"/>
              </a:defRPr>
            </a:pPr>
            <a:r>
              <a:rPr sz="975" b="1">
                <a:solidFill>
                  <a:srgbClr val="0B0B0B"/>
                </a:solidFill>
                <a:latin typeface="Noto Sans Khmer"/>
                <a:ea typeface="Noto Sans Khmer"/>
                <a:cs typeface="Noto Sans Khmer"/>
              </a:rPr>
              <a:t>2026</a:t>
            </a:r>
          </a:p>
        </p:txBody>
      </p:sp>
      <p:sp>
        <p:nvSpPr>
          <p:cNvPr id="31" name="">
            <a:extLst xmlns:a="http://schemas.openxmlformats.org/drawingml/2006/main">
              <a:ext uri="{FF2B5EF4-FFF2-40B4-BE49-F238E27FC236}">
                <a16:creationId xmlns:a16="http://schemas.microsoft.com/office/drawing/2014/main" id="{F5CBD9AD-1185-4D7A-9A35-4BB6D31A035A}"/>
              </a:ext>
            </a:extLst>
          </p:cNvPr>
          <p:cNvSpPr>
            <a:spLocks xmlns:a="http://schemas.openxmlformats.org/drawingml/2006/main" noGrp="1"/>
          </p:cNvSpPr>
          <p:nvPr/>
        </p:nvSpPr>
        <p:spPr>
          <a:xfrm xmlns:a="http://schemas.openxmlformats.org/drawingml/2006/main">
            <a:off x="6362700" y="2095500"/>
            <a:ext cx="4419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0000"/>
              </a:lnSpc>
              <a:buNone/>
              <a:defRPr sz="1500" b="1">
                <a:solidFill>
                  <a:srgbClr val="0B0B0B"/>
                </a:solidFill>
                <a:latin typeface="Noto Sans Khmer"/>
                <a:ea typeface="Noto Sans Khmer"/>
                <a:cs typeface="Noto Sans Khmer"/>
              </a:defRPr>
            </a:pPr>
            <a:r>
              <a:rPr sz="1500" b="1">
                <a:solidFill>
                  <a:srgbClr val="0B0B0B"/>
                </a:solidFill>
                <a:latin typeface="Noto Sans Khmer"/>
                <a:ea typeface="Noto Sans Khmer"/>
                <a:cs typeface="Noto Sans Khmer"/>
              </a:rPr>
              <a:t>2026 milestone</a:t>
            </a:r>
          </a:p>
        </p:txBody>
      </p:sp>
      <p:sp>
        <p:nvSpPr>
          <p:cNvPr id="32" name="">
            <a:extLst xmlns:a="http://schemas.openxmlformats.org/drawingml/2006/main">
              <a:ext uri="{FF2B5EF4-FFF2-40B4-BE49-F238E27FC236}">
                <a16:creationId xmlns:a16="http://schemas.microsoft.com/office/drawing/2014/main" id="{23533443-2182-48D1-878A-6851216D7742}"/>
              </a:ext>
            </a:extLst>
          </p:cNvPr>
          <p:cNvSpPr>
            <a:spLocks xmlns:a="http://schemas.openxmlformats.org/drawingml/2006/main" noGrp="1"/>
          </p:cNvSpPr>
          <p:nvPr/>
        </p:nvSpPr>
        <p:spPr>
          <a:xfrm xmlns:a="http://schemas.openxmlformats.org/drawingml/2006/main">
            <a:off x="6362700" y="2438400"/>
            <a:ext cx="4419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74405"/>
          </a:bodyPr>
          <a:lstStyle xmlns:a="http://schemas.openxmlformats.org/drawingml/2006/main"/>
          <a:p xmlns:a="http://schemas.openxmlformats.org/drawingml/2006/main">
            <a:pPr algn="l">
              <a:lnSpc>
                <a:spcPct val="112000"/>
              </a:lnSpc>
              <a:buNone/>
              <a:defRPr sz="900" b="0">
                <a:solidFill>
                  <a:srgbClr val="303030"/>
                </a:solidFill>
                <a:latin typeface="Noto Sans Khmer"/>
                <a:ea typeface="Noto Sans Khmer"/>
                <a:cs typeface="Noto Sans Khmer"/>
              </a:defRPr>
            </a:pPr>
            <a:r>
              <a:rPr sz="900" b="0">
                <a:solidFill>
                  <a:srgbClr val="303030"/>
                </a:solidFill>
                <a:latin typeface="Noto Sans Khmer"/>
                <a:ea typeface="Noto Sans Khmer"/>
                <a:cs typeface="Noto Sans Khmer"/>
              </a:rPr>
              <a:t>Beta for teachers, Suar AI v1, school entry, 100 subscribers</a:t>
            </a:r>
          </a:p>
        </p:txBody>
      </p:sp>
      <p:sp>
        <p:nvSpPr>
          <p:cNvPr id="33" name="">
            <a:extLst xmlns:a="http://schemas.openxmlformats.org/drawingml/2006/main">
              <a:ext uri="{FF2B5EF4-FFF2-40B4-BE49-F238E27FC236}">
                <a16:creationId xmlns:a16="http://schemas.microsoft.com/office/drawing/2014/main" id="{77C26210-7152-40A8-842A-315974E06370}"/>
              </a:ext>
            </a:extLst>
          </p:cNvPr>
          <p:cNvSpPr>
            <a:spLocks xmlns:a="http://schemas.openxmlformats.org/drawingml/2006/main" noGrp="1"/>
          </p:cNvSpPr>
          <p:nvPr/>
        </p:nvSpPr>
        <p:spPr>
          <a:xfrm xmlns:a="http://schemas.openxmlformats.org/drawingml/2006/main">
            <a:off x="6267450" y="3086100"/>
            <a:ext cx="4762500" cy="11239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34" name="">
            <a:extLst xmlns:a="http://schemas.openxmlformats.org/drawingml/2006/main">
              <a:ext uri="{FF2B5EF4-FFF2-40B4-BE49-F238E27FC236}">
                <a16:creationId xmlns:a16="http://schemas.microsoft.com/office/drawing/2014/main" id="{38365802-A696-49DA-B373-E0B0F41B38EB}"/>
              </a:ext>
            </a:extLst>
          </p:cNvPr>
          <p:cNvSpPr>
            <a:spLocks xmlns:a="http://schemas.openxmlformats.org/drawingml/2006/main" noGrp="1"/>
          </p:cNvSpPr>
          <p:nvPr/>
        </p:nvSpPr>
        <p:spPr>
          <a:xfrm xmlns:a="http://schemas.openxmlformats.org/drawingml/2006/main">
            <a:off x="6191250" y="3009900"/>
            <a:ext cx="4762500" cy="112395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35" name="">
            <a:extLst xmlns:a="http://schemas.openxmlformats.org/drawingml/2006/main">
              <a:ext uri="{FF2B5EF4-FFF2-40B4-BE49-F238E27FC236}">
                <a16:creationId xmlns:a16="http://schemas.microsoft.com/office/drawing/2014/main" id="{92D3AE7D-4887-4EEE-98AE-7C9BA2005114}"/>
              </a:ext>
            </a:extLst>
          </p:cNvPr>
          <p:cNvSpPr>
            <a:spLocks xmlns:a="http://schemas.openxmlformats.org/drawingml/2006/main" noGrp="1"/>
          </p:cNvSpPr>
          <p:nvPr/>
        </p:nvSpPr>
        <p:spPr>
          <a:xfrm xmlns:a="http://schemas.openxmlformats.org/drawingml/2006/main">
            <a:off x="6191250" y="3009900"/>
            <a:ext cx="4762500" cy="323850"/>
          </a:xfrm>
          <a:prstGeom xmlns:a="http://schemas.openxmlformats.org/drawingml/2006/main" prst="rect">
            <a:avLst/>
          </a:prstGeom>
          <a:solidFill xmlns:a="http://schemas.openxmlformats.org/drawingml/2006/main">
            <a:srgbClr val="16A34A"/>
          </a:solidFill>
          <a:ln xmlns:a="http://schemas.openxmlformats.org/drawingml/2006/main" w="0">
            <a:solidFill>
              <a:srgbClr val="0B0B0B"/>
            </a:solidFill>
            <a:prstDash val="solid"/>
          </a:ln>
        </p:spPr>
      </p:sp>
      <p:sp>
        <p:nvSpPr>
          <p:cNvPr id="36" name="">
            <a:extLst xmlns:a="http://schemas.openxmlformats.org/drawingml/2006/main">
              <a:ext uri="{FF2B5EF4-FFF2-40B4-BE49-F238E27FC236}">
                <a16:creationId xmlns:a16="http://schemas.microsoft.com/office/drawing/2014/main" id="{0793D795-ABCB-47C7-B5D4-8D0FD2DA812D}"/>
              </a:ext>
            </a:extLst>
          </p:cNvPr>
          <p:cNvSpPr>
            <a:spLocks xmlns:a="http://schemas.openxmlformats.org/drawingml/2006/main" noGrp="1"/>
          </p:cNvSpPr>
          <p:nvPr/>
        </p:nvSpPr>
        <p:spPr>
          <a:xfrm xmlns:a="http://schemas.openxmlformats.org/drawingml/2006/main">
            <a:off x="6324600" y="3067050"/>
            <a:ext cx="449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lnSpc>
                <a:spcPct val="105000"/>
              </a:lnSpc>
              <a:buNone/>
              <a:defRPr sz="975" b="1">
                <a:solidFill>
                  <a:srgbClr val="0B0B0B"/>
                </a:solidFill>
                <a:latin typeface="Noto Sans Khmer"/>
                <a:ea typeface="Noto Sans Khmer"/>
                <a:cs typeface="Noto Sans Khmer"/>
              </a:defRPr>
            </a:pPr>
            <a:r>
              <a:rPr sz="975" b="1">
                <a:solidFill>
                  <a:srgbClr val="0B0B0B"/>
                </a:solidFill>
                <a:latin typeface="Noto Sans Khmer"/>
                <a:ea typeface="Noto Sans Khmer"/>
                <a:cs typeface="Noto Sans Khmer"/>
              </a:rPr>
              <a:t>2027</a:t>
            </a:r>
          </a:p>
        </p:txBody>
      </p:sp>
      <p:sp>
        <p:nvSpPr>
          <p:cNvPr id="37" name="">
            <a:extLst xmlns:a="http://schemas.openxmlformats.org/drawingml/2006/main">
              <a:ext uri="{FF2B5EF4-FFF2-40B4-BE49-F238E27FC236}">
                <a16:creationId xmlns:a16="http://schemas.microsoft.com/office/drawing/2014/main" id="{BEC7D824-D030-4032-A484-062CCFA180CF}"/>
              </a:ext>
            </a:extLst>
          </p:cNvPr>
          <p:cNvSpPr>
            <a:spLocks xmlns:a="http://schemas.openxmlformats.org/drawingml/2006/main" noGrp="1"/>
          </p:cNvSpPr>
          <p:nvPr/>
        </p:nvSpPr>
        <p:spPr>
          <a:xfrm xmlns:a="http://schemas.openxmlformats.org/drawingml/2006/main">
            <a:off x="6362700" y="3467100"/>
            <a:ext cx="4419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0000"/>
              </a:lnSpc>
              <a:buNone/>
              <a:defRPr sz="1500" b="1">
                <a:solidFill>
                  <a:srgbClr val="0B0B0B"/>
                </a:solidFill>
                <a:latin typeface="Noto Sans Khmer"/>
                <a:ea typeface="Noto Sans Khmer"/>
                <a:cs typeface="Noto Sans Khmer"/>
              </a:defRPr>
            </a:pPr>
            <a:r>
              <a:rPr sz="1500" b="1">
                <a:solidFill>
                  <a:srgbClr val="0B0B0B"/>
                </a:solidFill>
                <a:latin typeface="Noto Sans Khmer"/>
                <a:ea typeface="Noto Sans Khmer"/>
                <a:cs typeface="Noto Sans Khmer"/>
              </a:rPr>
              <a:t>2027 milestone</a:t>
            </a:r>
          </a:p>
        </p:txBody>
      </p:sp>
      <p:sp>
        <p:nvSpPr>
          <p:cNvPr id="38" name="">
            <a:extLst xmlns:a="http://schemas.openxmlformats.org/drawingml/2006/main">
              <a:ext uri="{FF2B5EF4-FFF2-40B4-BE49-F238E27FC236}">
                <a16:creationId xmlns:a16="http://schemas.microsoft.com/office/drawing/2014/main" id="{9F8B19CA-86E0-4FFC-83C7-CCDE2BD4DF92}"/>
              </a:ext>
            </a:extLst>
          </p:cNvPr>
          <p:cNvSpPr>
            <a:spLocks xmlns:a="http://schemas.openxmlformats.org/drawingml/2006/main" noGrp="1"/>
          </p:cNvSpPr>
          <p:nvPr/>
        </p:nvSpPr>
        <p:spPr>
          <a:xfrm xmlns:a="http://schemas.openxmlformats.org/drawingml/2006/main">
            <a:off x="6362700" y="3810000"/>
            <a:ext cx="4419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74405"/>
          </a:bodyPr>
          <a:lstStyle xmlns:a="http://schemas.openxmlformats.org/drawingml/2006/main"/>
          <a:p xmlns:a="http://schemas.openxmlformats.org/drawingml/2006/main">
            <a:pPr algn="l">
              <a:lnSpc>
                <a:spcPct val="112000"/>
              </a:lnSpc>
              <a:buNone/>
              <a:defRPr sz="900" b="0">
                <a:solidFill>
                  <a:srgbClr val="303030"/>
                </a:solidFill>
                <a:latin typeface="Noto Sans Khmer"/>
                <a:ea typeface="Noto Sans Khmer"/>
                <a:cs typeface="Noto Sans Khmer"/>
              </a:defRPr>
            </a:pPr>
            <a:r>
              <a:rPr sz="900" b="0">
                <a:solidFill>
                  <a:srgbClr val="303030"/>
                </a:solidFill>
                <a:latin typeface="Noto Sans Khmer"/>
                <a:ea typeface="Noto Sans Khmer"/>
                <a:cs typeface="Noto Sans Khmer"/>
              </a:rPr>
              <a:t>Full school launch, AI v2, Ministry of Education partnership, 250 subscribers</a:t>
            </a:r>
          </a:p>
        </p:txBody>
      </p:sp>
      <p:sp>
        <p:nvSpPr>
          <p:cNvPr id="39" name="">
            <a:extLst xmlns:a="http://schemas.openxmlformats.org/drawingml/2006/main">
              <a:ext uri="{FF2B5EF4-FFF2-40B4-BE49-F238E27FC236}">
                <a16:creationId xmlns:a16="http://schemas.microsoft.com/office/drawing/2014/main" id="{C9A4C374-9741-4604-8DC5-18005CDA7366}"/>
              </a:ext>
            </a:extLst>
          </p:cNvPr>
          <p:cNvSpPr>
            <a:spLocks xmlns:a="http://schemas.openxmlformats.org/drawingml/2006/main" noGrp="1"/>
          </p:cNvSpPr>
          <p:nvPr/>
        </p:nvSpPr>
        <p:spPr>
          <a:xfrm xmlns:a="http://schemas.openxmlformats.org/drawingml/2006/main">
            <a:off x="6267450" y="4457700"/>
            <a:ext cx="4762500" cy="11239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40" name="">
            <a:extLst xmlns:a="http://schemas.openxmlformats.org/drawingml/2006/main">
              <a:ext uri="{FF2B5EF4-FFF2-40B4-BE49-F238E27FC236}">
                <a16:creationId xmlns:a16="http://schemas.microsoft.com/office/drawing/2014/main" id="{422E6121-CF1A-4E4E-A6B2-31FE161A8386}"/>
              </a:ext>
            </a:extLst>
          </p:cNvPr>
          <p:cNvSpPr>
            <a:spLocks xmlns:a="http://schemas.openxmlformats.org/drawingml/2006/main" noGrp="1"/>
          </p:cNvSpPr>
          <p:nvPr/>
        </p:nvSpPr>
        <p:spPr>
          <a:xfrm xmlns:a="http://schemas.openxmlformats.org/drawingml/2006/main">
            <a:off x="6191250" y="4381500"/>
            <a:ext cx="4762500" cy="112395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41" name="">
            <a:extLst xmlns:a="http://schemas.openxmlformats.org/drawingml/2006/main">
              <a:ext uri="{FF2B5EF4-FFF2-40B4-BE49-F238E27FC236}">
                <a16:creationId xmlns:a16="http://schemas.microsoft.com/office/drawing/2014/main" id="{3726D6D8-D96D-4084-B80A-33628DF74BEC}"/>
              </a:ext>
            </a:extLst>
          </p:cNvPr>
          <p:cNvSpPr>
            <a:spLocks xmlns:a="http://schemas.openxmlformats.org/drawingml/2006/main" noGrp="1"/>
          </p:cNvSpPr>
          <p:nvPr/>
        </p:nvSpPr>
        <p:spPr>
          <a:xfrm xmlns:a="http://schemas.openxmlformats.org/drawingml/2006/main">
            <a:off x="6191250" y="4381500"/>
            <a:ext cx="4762500" cy="323850"/>
          </a:xfrm>
          <a:prstGeom xmlns:a="http://schemas.openxmlformats.org/drawingml/2006/main" prst="rect">
            <a:avLst/>
          </a:prstGeom>
          <a:solidFill xmlns:a="http://schemas.openxmlformats.org/drawingml/2006/main">
            <a:srgbClr val="F97316"/>
          </a:solidFill>
          <a:ln xmlns:a="http://schemas.openxmlformats.org/drawingml/2006/main" w="0">
            <a:solidFill>
              <a:srgbClr val="0B0B0B"/>
            </a:solidFill>
            <a:prstDash val="solid"/>
          </a:ln>
        </p:spPr>
      </p:sp>
      <p:sp>
        <p:nvSpPr>
          <p:cNvPr id="42" name="">
            <a:extLst xmlns:a="http://schemas.openxmlformats.org/drawingml/2006/main">
              <a:ext uri="{FF2B5EF4-FFF2-40B4-BE49-F238E27FC236}">
                <a16:creationId xmlns:a16="http://schemas.microsoft.com/office/drawing/2014/main" id="{F7D183BC-A59A-40CF-86D5-2FE7DDA92FF3}"/>
              </a:ext>
            </a:extLst>
          </p:cNvPr>
          <p:cNvSpPr>
            <a:spLocks xmlns:a="http://schemas.openxmlformats.org/drawingml/2006/main" noGrp="1"/>
          </p:cNvSpPr>
          <p:nvPr/>
        </p:nvSpPr>
        <p:spPr>
          <a:xfrm xmlns:a="http://schemas.openxmlformats.org/drawingml/2006/main">
            <a:off x="6324600" y="4438650"/>
            <a:ext cx="449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lnSpc>
                <a:spcPct val="105000"/>
              </a:lnSpc>
              <a:buNone/>
              <a:defRPr sz="975" b="1">
                <a:solidFill>
                  <a:srgbClr val="0B0B0B"/>
                </a:solidFill>
                <a:latin typeface="Noto Sans Khmer"/>
                <a:ea typeface="Noto Sans Khmer"/>
                <a:cs typeface="Noto Sans Khmer"/>
              </a:defRPr>
            </a:pPr>
            <a:r>
              <a:rPr sz="975" b="1">
                <a:solidFill>
                  <a:srgbClr val="0B0B0B"/>
                </a:solidFill>
                <a:latin typeface="Noto Sans Khmer"/>
                <a:ea typeface="Noto Sans Khmer"/>
                <a:cs typeface="Noto Sans Khmer"/>
              </a:rPr>
              <a:t>2028</a:t>
            </a:r>
          </a:p>
        </p:txBody>
      </p:sp>
      <p:sp>
        <p:nvSpPr>
          <p:cNvPr id="43" name="">
            <a:extLst xmlns:a="http://schemas.openxmlformats.org/drawingml/2006/main">
              <a:ext uri="{FF2B5EF4-FFF2-40B4-BE49-F238E27FC236}">
                <a16:creationId xmlns:a16="http://schemas.microsoft.com/office/drawing/2014/main" id="{4D42D7C6-17E0-40AF-8895-D254F3569039}"/>
              </a:ext>
            </a:extLst>
          </p:cNvPr>
          <p:cNvSpPr>
            <a:spLocks xmlns:a="http://schemas.openxmlformats.org/drawingml/2006/main" noGrp="1"/>
          </p:cNvSpPr>
          <p:nvPr/>
        </p:nvSpPr>
        <p:spPr>
          <a:xfrm xmlns:a="http://schemas.openxmlformats.org/drawingml/2006/main">
            <a:off x="6362700" y="4838700"/>
            <a:ext cx="4419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0000"/>
              </a:lnSpc>
              <a:buNone/>
              <a:defRPr sz="1500" b="1">
                <a:solidFill>
                  <a:srgbClr val="0B0B0B"/>
                </a:solidFill>
                <a:latin typeface="Noto Sans Khmer"/>
                <a:ea typeface="Noto Sans Khmer"/>
                <a:cs typeface="Noto Sans Khmer"/>
              </a:defRPr>
            </a:pPr>
            <a:r>
              <a:rPr sz="1500" b="1">
                <a:solidFill>
                  <a:srgbClr val="0B0B0B"/>
                </a:solidFill>
                <a:latin typeface="Noto Sans Khmer"/>
                <a:ea typeface="Noto Sans Khmer"/>
                <a:cs typeface="Noto Sans Khmer"/>
              </a:rPr>
              <a:t>2028 milestone</a:t>
            </a:r>
          </a:p>
        </p:txBody>
      </p:sp>
      <p:sp>
        <p:nvSpPr>
          <p:cNvPr id="44" name="">
            <a:extLst xmlns:a="http://schemas.openxmlformats.org/drawingml/2006/main">
              <a:ext uri="{FF2B5EF4-FFF2-40B4-BE49-F238E27FC236}">
                <a16:creationId xmlns:a16="http://schemas.microsoft.com/office/drawing/2014/main" id="{FB8F35DE-9E8D-469B-BEA1-1E68F25718EF}"/>
              </a:ext>
            </a:extLst>
          </p:cNvPr>
          <p:cNvSpPr>
            <a:spLocks xmlns:a="http://schemas.openxmlformats.org/drawingml/2006/main" noGrp="1"/>
          </p:cNvSpPr>
          <p:nvPr/>
        </p:nvSpPr>
        <p:spPr>
          <a:xfrm xmlns:a="http://schemas.openxmlformats.org/drawingml/2006/main">
            <a:off x="6362700" y="5181600"/>
            <a:ext cx="4419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74405"/>
          </a:bodyPr>
          <a:lstStyle xmlns:a="http://schemas.openxmlformats.org/drawingml/2006/main"/>
          <a:p xmlns:a="http://schemas.openxmlformats.org/drawingml/2006/main">
            <a:pPr algn="l">
              <a:lnSpc>
                <a:spcPct val="112000"/>
              </a:lnSpc>
              <a:buNone/>
              <a:defRPr sz="900" b="0">
                <a:solidFill>
                  <a:srgbClr val="303030"/>
                </a:solidFill>
                <a:latin typeface="Noto Sans Khmer"/>
                <a:ea typeface="Noto Sans Khmer"/>
                <a:cs typeface="Noto Sans Khmer"/>
              </a:defRPr>
            </a:pPr>
            <a:r>
              <a:rPr sz="900" b="0">
                <a:solidFill>
                  <a:srgbClr val="303030"/>
                </a:solidFill>
                <a:latin typeface="Noto Sans Khmer"/>
                <a:ea typeface="Noto Sans Khmer"/>
                <a:cs typeface="Noto Sans Khmer"/>
              </a:rPr>
              <a:t>Institution expansion, SSO/API, first B2G path, other provinces, 500 subscribers</a:t>
            </a:r>
          </a:p>
        </p:txBody>
      </p:sp>
    </p:spTree>
    <p:extLst>
      <p:ext uri="{BB962C8B-B14F-4D97-AF65-F5344CB8AC3E}">
        <p14:creationId xmlns:p14="http://schemas.microsoft.com/office/powerpoint/2010/main" val="846234280"/>
      </p:ext>
    </p:extLst>
  </p:cSld>
</p:sld>
</file>

<file path=ppt/slides/slide15.xml><?xml version="1.0" encoding="utf-8"?>
<p:sld xmlns:p="http://schemas.openxmlformats.org/presentationml/2006/main">
  <p:cSld>
    <p:bg>
      <p:bgPr>
        <a:solidFill xmlns:a="http://schemas.openxmlformats.org/drawingml/2006/main">
          <a:srgbClr val="FFF8D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DA4CC7E-22DD-48E8-9761-CCDAD9D7C7F6}"/>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EAB308"/>
          </a:solidFill>
          <a:ln xmlns:a="http://schemas.openxmlformats.org/drawingml/2006/main" w="0">
            <a:solidFill>
              <a:srgbClr val="0B0B0B"/>
            </a:solidFill>
            <a:prstDash val="solid"/>
          </a:ln>
        </p:spPr>
      </p:sp>
      <p:sp>
        <p:nvSpPr>
          <p:cNvPr id="2" name="">
            <a:extLst xmlns:a="http://schemas.openxmlformats.org/drawingml/2006/main">
              <a:ext uri="{FF2B5EF4-FFF2-40B4-BE49-F238E27FC236}">
                <a16:creationId xmlns:a16="http://schemas.microsoft.com/office/drawing/2014/main" id="{B98B7042-E6D3-4867-9A51-03D68385E344}"/>
              </a:ext>
            </a:extLst>
          </p:cNvPr>
          <p:cNvSpPr>
            <a:spLocks xmlns:a="http://schemas.openxmlformats.org/drawingml/2006/main" noGrp="1"/>
          </p:cNvSpPr>
          <p:nvPr/>
        </p:nvSpPr>
        <p:spPr>
          <a:xfrm xmlns:a="http://schemas.openxmlformats.org/drawingml/2006/main">
            <a:off x="0" y="6686550"/>
            <a:ext cx="12192000" cy="1714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3" name="">
            <a:extLst xmlns:a="http://schemas.openxmlformats.org/drawingml/2006/main">
              <a:ext uri="{FF2B5EF4-FFF2-40B4-BE49-F238E27FC236}">
                <a16:creationId xmlns:a16="http://schemas.microsoft.com/office/drawing/2014/main" id="{BD61CAAF-3C2F-437D-89FD-65F5CCFBC7EE}"/>
              </a:ext>
            </a:extLst>
          </p:cNvPr>
          <p:cNvSpPr>
            <a:spLocks xmlns:a="http://schemas.openxmlformats.org/drawingml/2006/main" noGrp="1"/>
          </p:cNvSpPr>
          <p:nvPr/>
        </p:nvSpPr>
        <p:spPr>
          <a:xfrm xmlns:a="http://schemas.openxmlformats.org/drawingml/2006/main">
            <a:off x="514350" y="2857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5000"/>
              </a:lnSpc>
              <a:buNone/>
              <a:defRPr sz="975" b="1">
                <a:solidFill>
                  <a:srgbClr val="0B0B0B"/>
                </a:solidFill>
                <a:latin typeface="Noto Sans Khmer"/>
                <a:ea typeface="Noto Sans Khmer"/>
                <a:cs typeface="Noto Sans Khmer"/>
              </a:defRPr>
            </a:pPr>
            <a:r>
              <a:rPr sz="975" b="1">
                <a:solidFill>
                  <a:srgbClr val="0B0B0B"/>
                </a:solidFill>
                <a:latin typeface="Noto Sans Khmer"/>
                <a:ea typeface="Noto Sans Khmer"/>
                <a:cs typeface="Noto Sans Khmer"/>
              </a:rPr>
              <a:t>Q&amp;A PRACTICE</a:t>
            </a:r>
          </a:p>
        </p:txBody>
      </p:sp>
      <p:sp>
        <p:nvSpPr>
          <p:cNvPr id="4" name="">
            <a:extLst xmlns:a="http://schemas.openxmlformats.org/drawingml/2006/main">
              <a:ext uri="{FF2B5EF4-FFF2-40B4-BE49-F238E27FC236}">
                <a16:creationId xmlns:a16="http://schemas.microsoft.com/office/drawing/2014/main" id="{73AD4E6B-2074-4B11-BC54-DE9CB3BD14C8}"/>
              </a:ext>
            </a:extLst>
          </p:cNvPr>
          <p:cNvSpPr>
            <a:spLocks xmlns:a="http://schemas.openxmlformats.org/drawingml/2006/main" noGrp="1"/>
          </p:cNvSpPr>
          <p:nvPr/>
        </p:nvSpPr>
        <p:spPr>
          <a:xfrm xmlns:a="http://schemas.openxmlformats.org/drawingml/2006/main">
            <a:off x="11163300" y="266700"/>
            <a:ext cx="514350" cy="323850"/>
          </a:xfrm>
          <a:prstGeom xmlns:a="http://schemas.openxmlformats.org/drawingml/2006/main" prst="rect">
            <a:avLst/>
          </a:prstGeom>
          <a:solidFill xmlns:a="http://schemas.openxmlformats.org/drawingml/2006/main">
            <a:srgbClr val="EAB308"/>
          </a:solidFill>
          <a:ln xmlns:a="http://schemas.openxmlformats.org/drawingml/2006/main" w="28575">
            <a:solidFill>
              <a:srgbClr val="0B0B0B"/>
            </a:solid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lnSpc>
                <a:spcPct val="105000"/>
              </a:lnSpc>
              <a:buNone/>
              <a:defRPr sz="1350" b="1">
                <a:solidFill>
                  <a:srgbClr val="0B0B0B"/>
                </a:solidFill>
                <a:latin typeface="Noto Sans Khmer"/>
                <a:ea typeface="Noto Sans Khmer"/>
                <a:cs typeface="Noto Sans Khmer"/>
              </a:defRPr>
            </a:pPr>
            <a:r>
              <a:rPr sz="1350" b="1">
                <a:solidFill>
                  <a:srgbClr val="0B0B0B"/>
                </a:solidFill>
                <a:latin typeface="Noto Sans Khmer"/>
                <a:ea typeface="Noto Sans Khmer"/>
                <a:cs typeface="Noto Sans Khmer"/>
              </a:rPr>
              <a:t>15</a:t>
            </a:r>
          </a:p>
        </p:txBody>
      </p:sp>
      <p:sp>
        <p:nvSpPr>
          <p:cNvPr id="5" name="">
            <a:extLst xmlns:a="http://schemas.openxmlformats.org/drawingml/2006/main">
              <a:ext uri="{FF2B5EF4-FFF2-40B4-BE49-F238E27FC236}">
                <a16:creationId xmlns:a16="http://schemas.microsoft.com/office/drawing/2014/main" id="{9CDB494B-A13A-44F9-AB2A-AC9FDA8D69BC}"/>
              </a:ext>
            </a:extLst>
          </p:cNvPr>
          <p:cNvSpPr>
            <a:spLocks xmlns:a="http://schemas.openxmlformats.org/drawingml/2006/main" noGrp="1"/>
          </p:cNvSpPr>
          <p:nvPr/>
        </p:nvSpPr>
        <p:spPr>
          <a:xfrm xmlns:a="http://schemas.openxmlformats.org/drawingml/2006/main">
            <a:off x="514350" y="609600"/>
            <a:ext cx="8096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98000"/>
              </a:lnSpc>
              <a:buNone/>
              <a:defRPr sz="2850" b="1">
                <a:solidFill>
                  <a:srgbClr val="0B0B0B"/>
                </a:solidFill>
                <a:latin typeface="Noto Sans Khmer"/>
                <a:ea typeface="Noto Sans Khmer"/>
                <a:cs typeface="Noto Sans Khmer"/>
              </a:defRPr>
            </a:pPr>
            <a:r>
              <a:rPr sz="2850" b="1">
                <a:solidFill>
                  <a:srgbClr val="0B0B0B"/>
                </a:solidFill>
                <a:latin typeface="Noto Sans Khmer"/>
                <a:ea typeface="Noto Sans Khmer"/>
                <a:cs typeface="Noto Sans Khmer"/>
              </a:rPr>
              <a:t>បញ្ជីសំណួរត្រៀមឆ្លើយ</a:t>
            </a:r>
          </a:p>
        </p:txBody>
      </p:sp>
      <p:sp>
        <p:nvSpPr>
          <p:cNvPr id="6" name="">
            <a:extLst xmlns:a="http://schemas.openxmlformats.org/drawingml/2006/main">
              <a:ext uri="{FF2B5EF4-FFF2-40B4-BE49-F238E27FC236}">
                <a16:creationId xmlns:a16="http://schemas.microsoft.com/office/drawing/2014/main" id="{F9D9C017-A41F-4C4C-B5A3-B1A486900C42}"/>
              </a:ext>
            </a:extLst>
          </p:cNvPr>
          <p:cNvSpPr>
            <a:spLocks xmlns:a="http://schemas.openxmlformats.org/drawingml/2006/main" noGrp="1"/>
          </p:cNvSpPr>
          <p:nvPr/>
        </p:nvSpPr>
        <p:spPr>
          <a:xfrm xmlns:a="http://schemas.openxmlformats.org/drawingml/2006/main">
            <a:off x="552450" y="1276350"/>
            <a:ext cx="790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5000"/>
              </a:lnSpc>
              <a:buNone/>
              <a:defRPr sz="1275" b="0">
                <a:solidFill>
                  <a:srgbClr val="383838"/>
                </a:solidFill>
                <a:latin typeface="Noto Sans Khmer"/>
                <a:ea typeface="Noto Sans Khmer"/>
                <a:cs typeface="Noto Sans Khmer"/>
              </a:defRPr>
            </a:pPr>
            <a:r>
              <a:rPr sz="1275" b="0">
                <a:solidFill>
                  <a:srgbClr val="383838"/>
                </a:solidFill>
                <a:latin typeface="Noto Sans Khmer"/>
                <a:ea typeface="Noto Sans Khmer"/>
                <a:cs typeface="Noto Sans Khmer"/>
              </a:rPr>
              <a:t>Use answer anchors so every teammate can respond clearly under 30 seconds.</a:t>
            </a:r>
          </a:p>
        </p:txBody>
      </p:sp>
      <p:sp>
        <p:nvSpPr>
          <p:cNvPr id="7" name="">
            <a:extLst xmlns:a="http://schemas.openxmlformats.org/drawingml/2006/main">
              <a:ext uri="{FF2B5EF4-FFF2-40B4-BE49-F238E27FC236}">
                <a16:creationId xmlns:a16="http://schemas.microsoft.com/office/drawing/2014/main" id="{A162E2BA-979D-4594-917D-226B9E240B06}"/>
              </a:ext>
            </a:extLst>
          </p:cNvPr>
          <p:cNvSpPr>
            <a:spLocks xmlns:a="http://schemas.openxmlformats.org/drawingml/2006/main" noGrp="1"/>
          </p:cNvSpPr>
          <p:nvPr/>
        </p:nvSpPr>
        <p:spPr>
          <a:xfrm xmlns:a="http://schemas.openxmlformats.org/drawingml/2006/main">
            <a:off x="733425" y="1724025"/>
            <a:ext cx="4572000" cy="220980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8" name="">
            <a:extLst xmlns:a="http://schemas.openxmlformats.org/drawingml/2006/main">
              <a:ext uri="{FF2B5EF4-FFF2-40B4-BE49-F238E27FC236}">
                <a16:creationId xmlns:a16="http://schemas.microsoft.com/office/drawing/2014/main" id="{33ABAA44-00D6-4E08-8A99-434EABE8BBC2}"/>
              </a:ext>
            </a:extLst>
          </p:cNvPr>
          <p:cNvSpPr>
            <a:spLocks xmlns:a="http://schemas.openxmlformats.org/drawingml/2006/main" noGrp="1"/>
          </p:cNvSpPr>
          <p:nvPr/>
        </p:nvSpPr>
        <p:spPr>
          <a:xfrm xmlns:a="http://schemas.openxmlformats.org/drawingml/2006/main">
            <a:off x="666750" y="1657350"/>
            <a:ext cx="4572000" cy="2209800"/>
          </a:xfrm>
          <a:prstGeom xmlns:a="http://schemas.openxmlformats.org/drawingml/2006/main" prst="rect">
            <a:avLst/>
          </a:prstGeom>
          <a:solidFill xmlns:a="http://schemas.openxmlformats.org/drawingml/2006/main">
            <a:srgbClr val="EAB308"/>
          </a:solidFill>
          <a:ln xmlns:a="http://schemas.openxmlformats.org/drawingml/2006/main" w="28575">
            <a:solidFill>
              <a:srgbClr val="0B0B0B"/>
            </a:solidFill>
            <a:prstDash val="solid"/>
          </a:ln>
        </p:spPr>
      </p:sp>
      <p:sp>
        <p:nvSpPr>
          <p:cNvPr id="9" name="">
            <a:extLst xmlns:a="http://schemas.openxmlformats.org/drawingml/2006/main">
              <a:ext uri="{FF2B5EF4-FFF2-40B4-BE49-F238E27FC236}">
                <a16:creationId xmlns:a16="http://schemas.microsoft.com/office/drawing/2014/main" id="{2B3EC0D5-EE19-41E1-BC3B-436D965CECE8}"/>
              </a:ext>
            </a:extLst>
          </p:cNvPr>
          <p:cNvSpPr>
            <a:spLocks xmlns:a="http://schemas.openxmlformats.org/drawingml/2006/main" noGrp="1"/>
          </p:cNvSpPr>
          <p:nvPr/>
        </p:nvSpPr>
        <p:spPr>
          <a:xfrm xmlns:a="http://schemas.openxmlformats.org/drawingml/2006/main">
            <a:off x="933450" y="186690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79365"/>
          </a:bodyPr>
          <a:lstStyle xmlns:a="http://schemas.openxmlformats.org/drawingml/2006/main"/>
          <a:p xmlns:a="http://schemas.openxmlformats.org/drawingml/2006/main">
            <a:pPr algn="ctr">
              <a:lnSpc>
                <a:spcPct val="105000"/>
              </a:lnSpc>
              <a:buNone/>
              <a:defRPr sz="1950" b="1">
                <a:solidFill>
                  <a:srgbClr val="0B0B0B"/>
                </a:solidFill>
                <a:latin typeface="Noto Sans Khmer"/>
                <a:ea typeface="Noto Sans Khmer"/>
                <a:cs typeface="Noto Sans Khmer"/>
              </a:defRPr>
            </a:pPr>
            <a:r>
              <a:rPr sz="1950" b="1">
                <a:solidFill>
                  <a:srgbClr val="0B0B0B"/>
                </a:solidFill>
                <a:latin typeface="Noto Sans Khmer"/>
                <a:ea typeface="Noto Sans Khmer"/>
                <a:cs typeface="Noto Sans Khmer"/>
              </a:rPr>
              <a:t>Technique rules</a:t>
            </a:r>
          </a:p>
        </p:txBody>
      </p:sp>
      <p:sp>
        <p:nvSpPr>
          <p:cNvPr id="10" name="">
            <a:extLst xmlns:a="http://schemas.openxmlformats.org/drawingml/2006/main">
              <a:ext uri="{FF2B5EF4-FFF2-40B4-BE49-F238E27FC236}">
                <a16:creationId xmlns:a16="http://schemas.microsoft.com/office/drawing/2014/main" id="{AA9C5AA4-2560-4939-96F2-D7CB203A5CD9}"/>
              </a:ext>
            </a:extLst>
          </p:cNvPr>
          <p:cNvSpPr>
            <a:spLocks xmlns:a="http://schemas.openxmlformats.org/drawingml/2006/main" noGrp="1"/>
          </p:cNvSpPr>
          <p:nvPr/>
        </p:nvSpPr>
        <p:spPr>
          <a:xfrm xmlns:a="http://schemas.openxmlformats.org/drawingml/2006/main">
            <a:off x="1028700" y="2362200"/>
            <a:ext cx="37719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85597"/>
          </a:bodyPr>
          <a:lstStyle xmlns:a="http://schemas.openxmlformats.org/drawingml/2006/main"/>
          <a:p xmlns:a="http://schemas.openxmlformats.org/drawingml/2006/main">
            <a:pPr algn="l">
              <a:lnSpc>
                <a:spcPct val="118000"/>
              </a:lnSpc>
              <a:buNone/>
              <a:defRPr sz="1275" b="0">
                <a:solidFill>
                  <a:srgbClr val="0B0B0B"/>
                </a:solidFill>
                <a:latin typeface="Noto Sans Khmer"/>
                <a:ea typeface="Noto Sans Khmer"/>
                <a:cs typeface="Noto Sans Khmer"/>
              </a:defRPr>
            </a:pPr>
            <a:r>
              <a:rPr sz="1275" b="0">
                <a:solidFill>
                  <a:srgbClr val="0B0B0B"/>
                </a:solidFill>
                <a:latin typeface="Noto Sans Khmer"/>
                <a:ea typeface="Noto Sans Khmer"/>
                <a:cs typeface="Noto Sans Khmer"/>
              </a:rPr>
              <a:t>1. Decide who answers each type: statistics, tech, business</a:t>
            </a:r>
          </a:p>
          <a:p xmlns:a="http://schemas.openxmlformats.org/drawingml/2006/main">
            <a:pPr algn="l">
              <a:lnSpc>
                <a:spcPct val="118000"/>
              </a:lnSpc>
              <a:buNone/>
              <a:defRPr sz="1275" b="0">
                <a:solidFill>
                  <a:srgbClr val="0B0B0B"/>
                </a:solidFill>
                <a:latin typeface="Noto Sans Khmer"/>
                <a:ea typeface="Noto Sans Khmer"/>
                <a:cs typeface="Noto Sans Khmer"/>
              </a:defRPr>
            </a:pPr>
            <a:r>
              <a:rPr sz="1275" b="0">
                <a:solidFill>
                  <a:srgbClr val="0B0B0B"/>
                </a:solidFill>
                <a:latin typeface="Noto Sans Khmer"/>
                <a:ea typeface="Noto Sans Khmer"/>
                <a:cs typeface="Noto Sans Khmer"/>
              </a:rPr>
              <a:t>2. Pause, breathe, answer under 30 seconds</a:t>
            </a:r>
          </a:p>
          <a:p xmlns:a="http://schemas.openxmlformats.org/drawingml/2006/main">
            <a:pPr algn="l">
              <a:lnSpc>
                <a:spcPct val="118000"/>
              </a:lnSpc>
              <a:buNone/>
              <a:defRPr sz="1275" b="0">
                <a:solidFill>
                  <a:srgbClr val="0B0B0B"/>
                </a:solidFill>
                <a:latin typeface="Noto Sans Khmer"/>
                <a:ea typeface="Noto Sans Khmer"/>
                <a:cs typeface="Noto Sans Khmer"/>
              </a:defRPr>
            </a:pPr>
            <a:r>
              <a:rPr sz="1275" b="0">
                <a:solidFill>
                  <a:srgbClr val="0B0B0B"/>
                </a:solidFill>
                <a:latin typeface="Noto Sans Khmer"/>
                <a:ea typeface="Noto Sans Khmer"/>
                <a:cs typeface="Noto Sans Khmer"/>
              </a:rPr>
              <a:t>3. Repeat the question if unclear</a:t>
            </a:r>
          </a:p>
          <a:p xmlns:a="http://schemas.openxmlformats.org/drawingml/2006/main">
            <a:pPr algn="l">
              <a:lnSpc>
                <a:spcPct val="118000"/>
              </a:lnSpc>
              <a:buNone/>
              <a:defRPr sz="1275" b="0">
                <a:solidFill>
                  <a:srgbClr val="0B0B0B"/>
                </a:solidFill>
                <a:latin typeface="Noto Sans Khmer"/>
                <a:ea typeface="Noto Sans Khmer"/>
                <a:cs typeface="Noto Sans Khmer"/>
              </a:defRPr>
            </a:pPr>
            <a:r>
              <a:rPr sz="1275" b="0">
                <a:solidFill>
                  <a:srgbClr val="0B0B0B"/>
                </a:solidFill>
                <a:latin typeface="Noto Sans Khmer"/>
                <a:ea typeface="Noto Sans Khmer"/>
                <a:cs typeface="Noto Sans Khmer"/>
              </a:rPr>
              <a:t>4. Be honest when unknown and explain the plan to find out</a:t>
            </a:r>
          </a:p>
        </p:txBody>
      </p:sp>
      <p:sp>
        <p:nvSpPr>
          <p:cNvPr id="11" name="">
            <a:extLst xmlns:a="http://schemas.openxmlformats.org/drawingml/2006/main">
              <a:ext uri="{FF2B5EF4-FFF2-40B4-BE49-F238E27FC236}">
                <a16:creationId xmlns:a16="http://schemas.microsoft.com/office/drawing/2014/main" id="{BB741A34-2CCF-44A3-8632-D49CB9B776E2}"/>
              </a:ext>
            </a:extLst>
          </p:cNvPr>
          <p:cNvSpPr>
            <a:spLocks xmlns:a="http://schemas.openxmlformats.org/drawingml/2006/main" noGrp="1"/>
          </p:cNvSpPr>
          <p:nvPr/>
        </p:nvSpPr>
        <p:spPr>
          <a:xfrm xmlns:a="http://schemas.openxmlformats.org/drawingml/2006/main">
            <a:off x="5829300" y="1733550"/>
            <a:ext cx="2476500" cy="99060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12" name="">
            <a:extLst xmlns:a="http://schemas.openxmlformats.org/drawingml/2006/main">
              <a:ext uri="{FF2B5EF4-FFF2-40B4-BE49-F238E27FC236}">
                <a16:creationId xmlns:a16="http://schemas.microsoft.com/office/drawing/2014/main" id="{4FF2A0F7-9DD8-46BA-AEEE-A4917E5580C4}"/>
              </a:ext>
            </a:extLst>
          </p:cNvPr>
          <p:cNvSpPr>
            <a:spLocks xmlns:a="http://schemas.openxmlformats.org/drawingml/2006/main" noGrp="1"/>
          </p:cNvSpPr>
          <p:nvPr/>
        </p:nvSpPr>
        <p:spPr>
          <a:xfrm xmlns:a="http://schemas.openxmlformats.org/drawingml/2006/main">
            <a:off x="5753100" y="1657350"/>
            <a:ext cx="2476500" cy="99060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13" name="">
            <a:extLst xmlns:a="http://schemas.openxmlformats.org/drawingml/2006/main">
              <a:ext uri="{FF2B5EF4-FFF2-40B4-BE49-F238E27FC236}">
                <a16:creationId xmlns:a16="http://schemas.microsoft.com/office/drawing/2014/main" id="{75B01FAE-CA40-4F8D-AE36-CA63B2E247F2}"/>
              </a:ext>
            </a:extLst>
          </p:cNvPr>
          <p:cNvSpPr>
            <a:spLocks xmlns:a="http://schemas.openxmlformats.org/drawingml/2006/main" noGrp="1"/>
          </p:cNvSpPr>
          <p:nvPr/>
        </p:nvSpPr>
        <p:spPr>
          <a:xfrm xmlns:a="http://schemas.openxmlformats.org/drawingml/2006/main">
            <a:off x="5753100" y="1657350"/>
            <a:ext cx="2476500" cy="323850"/>
          </a:xfrm>
          <a:prstGeom xmlns:a="http://schemas.openxmlformats.org/drawingml/2006/main" prst="rect">
            <a:avLst/>
          </a:prstGeom>
          <a:solidFill xmlns:a="http://schemas.openxmlformats.org/drawingml/2006/main">
            <a:srgbClr val="DC2626"/>
          </a:solidFill>
          <a:ln xmlns:a="http://schemas.openxmlformats.org/drawingml/2006/main" w="0">
            <a:solidFill>
              <a:srgbClr val="0B0B0B"/>
            </a:solidFill>
            <a:prstDash val="solid"/>
          </a:ln>
        </p:spPr>
      </p:sp>
      <p:sp>
        <p:nvSpPr>
          <p:cNvPr id="14" name="">
            <a:extLst xmlns:a="http://schemas.openxmlformats.org/drawingml/2006/main">
              <a:ext uri="{FF2B5EF4-FFF2-40B4-BE49-F238E27FC236}">
                <a16:creationId xmlns:a16="http://schemas.microsoft.com/office/drawing/2014/main" id="{B71EC1AE-E49E-4968-98C6-8316D90EF2D4}"/>
              </a:ext>
            </a:extLst>
          </p:cNvPr>
          <p:cNvSpPr>
            <a:spLocks xmlns:a="http://schemas.openxmlformats.org/drawingml/2006/main" noGrp="1"/>
          </p:cNvSpPr>
          <p:nvPr/>
        </p:nvSpPr>
        <p:spPr>
          <a:xfrm xmlns:a="http://schemas.openxmlformats.org/drawingml/2006/main">
            <a:off x="5886450" y="1714500"/>
            <a:ext cx="2209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lnSpc>
                <a:spcPct val="105000"/>
              </a:lnSpc>
              <a:buNone/>
              <a:defRPr sz="975" b="1">
                <a:solidFill>
                  <a:srgbClr val="0B0B0B"/>
                </a:solidFill>
                <a:latin typeface="Noto Sans Khmer"/>
                <a:ea typeface="Noto Sans Khmer"/>
                <a:cs typeface="Noto Sans Khmer"/>
              </a:defRPr>
            </a:pPr>
            <a:r>
              <a:rPr sz="975" b="1">
                <a:solidFill>
                  <a:srgbClr val="0B0B0B"/>
                </a:solidFill>
                <a:latin typeface="Noto Sans Khmer"/>
                <a:ea typeface="Noto Sans Khmer"/>
                <a:cs typeface="Noto Sans Khmer"/>
              </a:rPr>
              <a:t>PROBLEM</a:t>
            </a:r>
          </a:p>
        </p:txBody>
      </p:sp>
      <p:sp>
        <p:nvSpPr>
          <p:cNvPr id="15" name="">
            <a:extLst xmlns:a="http://schemas.openxmlformats.org/drawingml/2006/main">
              <a:ext uri="{FF2B5EF4-FFF2-40B4-BE49-F238E27FC236}">
                <a16:creationId xmlns:a16="http://schemas.microsoft.com/office/drawing/2014/main" id="{6A44BFE9-F498-41F7-8A95-EC4D53349FBF}"/>
              </a:ext>
            </a:extLst>
          </p:cNvPr>
          <p:cNvSpPr>
            <a:spLocks xmlns:a="http://schemas.openxmlformats.org/drawingml/2006/main" noGrp="1"/>
          </p:cNvSpPr>
          <p:nvPr/>
        </p:nvSpPr>
        <p:spPr>
          <a:xfrm xmlns:a="http://schemas.openxmlformats.org/drawingml/2006/main">
            <a:off x="5924550" y="2114550"/>
            <a:ext cx="2133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0000"/>
              </a:lnSpc>
              <a:buNone/>
              <a:defRPr sz="1500" b="1">
                <a:solidFill>
                  <a:srgbClr val="0B0B0B"/>
                </a:solidFill>
                <a:latin typeface="Noto Sans Khmer"/>
                <a:ea typeface="Noto Sans Khmer"/>
                <a:cs typeface="Noto Sans Khmer"/>
              </a:defRPr>
            </a:pPr>
            <a:r>
              <a:rPr sz="1500" b="1">
                <a:solidFill>
                  <a:srgbClr val="0B0B0B"/>
                </a:solidFill>
                <a:latin typeface="Noto Sans Khmer"/>
                <a:ea typeface="Noto Sans Khmer"/>
                <a:cs typeface="Noto Sans Khmer"/>
              </a:rPr>
              <a:t>Problem</a:t>
            </a:r>
          </a:p>
        </p:txBody>
      </p:sp>
      <p:sp>
        <p:nvSpPr>
          <p:cNvPr id="16" name="">
            <a:extLst xmlns:a="http://schemas.openxmlformats.org/drawingml/2006/main">
              <a:ext uri="{FF2B5EF4-FFF2-40B4-BE49-F238E27FC236}">
                <a16:creationId xmlns:a16="http://schemas.microsoft.com/office/drawing/2014/main" id="{49121B22-A714-4D15-8D3D-91032766AAE2}"/>
              </a:ext>
            </a:extLst>
          </p:cNvPr>
          <p:cNvSpPr>
            <a:spLocks xmlns:a="http://schemas.openxmlformats.org/drawingml/2006/main" noGrp="1"/>
          </p:cNvSpPr>
          <p:nvPr/>
        </p:nvSpPr>
        <p:spPr>
          <a:xfrm xmlns:a="http://schemas.openxmlformats.org/drawingml/2006/main">
            <a:off x="5924550" y="2457450"/>
            <a:ext cx="2133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37202"/>
          </a:bodyPr>
          <a:lstStyle xmlns:a="http://schemas.openxmlformats.org/drawingml/2006/main"/>
          <a:p xmlns:a="http://schemas.openxmlformats.org/drawingml/2006/main">
            <a:pPr algn="l">
              <a:lnSpc>
                <a:spcPct val="112000"/>
              </a:lnSpc>
              <a:buNone/>
              <a:defRPr sz="900" b="0">
                <a:solidFill>
                  <a:srgbClr val="303030"/>
                </a:solidFill>
                <a:latin typeface="Noto Sans Khmer"/>
                <a:ea typeface="Noto Sans Khmer"/>
                <a:cs typeface="Noto Sans Khmer"/>
              </a:defRPr>
            </a:pPr>
            <a:r>
              <a:rPr sz="900" b="0">
                <a:solidFill>
                  <a:srgbClr val="303030"/>
                </a:solidFill>
                <a:latin typeface="Noto Sans Khmer"/>
                <a:ea typeface="Noto Sans Khmer"/>
                <a:cs typeface="Noto Sans Khmer"/>
              </a:rPr>
              <a:t>WHO evidence, youth risk, Khmer content gap</a:t>
            </a:r>
          </a:p>
        </p:txBody>
      </p:sp>
      <p:sp>
        <p:nvSpPr>
          <p:cNvPr id="17" name="">
            <a:extLst xmlns:a="http://schemas.openxmlformats.org/drawingml/2006/main">
              <a:ext uri="{FF2B5EF4-FFF2-40B4-BE49-F238E27FC236}">
                <a16:creationId xmlns:a16="http://schemas.microsoft.com/office/drawing/2014/main" id="{633A0463-3AF9-4D16-8596-951F91AE499F}"/>
              </a:ext>
            </a:extLst>
          </p:cNvPr>
          <p:cNvSpPr>
            <a:spLocks xmlns:a="http://schemas.openxmlformats.org/drawingml/2006/main" noGrp="1"/>
          </p:cNvSpPr>
          <p:nvPr/>
        </p:nvSpPr>
        <p:spPr>
          <a:xfrm xmlns:a="http://schemas.openxmlformats.org/drawingml/2006/main">
            <a:off x="8686800" y="1733550"/>
            <a:ext cx="2476500" cy="99060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18" name="">
            <a:extLst xmlns:a="http://schemas.openxmlformats.org/drawingml/2006/main">
              <a:ext uri="{FF2B5EF4-FFF2-40B4-BE49-F238E27FC236}">
                <a16:creationId xmlns:a16="http://schemas.microsoft.com/office/drawing/2014/main" id="{03DF4DAF-88C5-43BF-8818-00B447ABE17F}"/>
              </a:ext>
            </a:extLst>
          </p:cNvPr>
          <p:cNvSpPr>
            <a:spLocks xmlns:a="http://schemas.openxmlformats.org/drawingml/2006/main" noGrp="1"/>
          </p:cNvSpPr>
          <p:nvPr/>
        </p:nvSpPr>
        <p:spPr>
          <a:xfrm xmlns:a="http://schemas.openxmlformats.org/drawingml/2006/main">
            <a:off x="8610600" y="1657350"/>
            <a:ext cx="2476500" cy="99060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19" name="">
            <a:extLst xmlns:a="http://schemas.openxmlformats.org/drawingml/2006/main">
              <a:ext uri="{FF2B5EF4-FFF2-40B4-BE49-F238E27FC236}">
                <a16:creationId xmlns:a16="http://schemas.microsoft.com/office/drawing/2014/main" id="{1A149E6E-A947-4EE1-BB26-03E84D834426}"/>
              </a:ext>
            </a:extLst>
          </p:cNvPr>
          <p:cNvSpPr>
            <a:spLocks xmlns:a="http://schemas.openxmlformats.org/drawingml/2006/main" noGrp="1"/>
          </p:cNvSpPr>
          <p:nvPr/>
        </p:nvSpPr>
        <p:spPr>
          <a:xfrm xmlns:a="http://schemas.openxmlformats.org/drawingml/2006/main">
            <a:off x="8610600" y="1657350"/>
            <a:ext cx="2476500" cy="323850"/>
          </a:xfrm>
          <a:prstGeom xmlns:a="http://schemas.openxmlformats.org/drawingml/2006/main" prst="rect">
            <a:avLst/>
          </a:prstGeom>
          <a:solidFill xmlns:a="http://schemas.openxmlformats.org/drawingml/2006/main">
            <a:srgbClr val="2563EB"/>
          </a:solidFill>
          <a:ln xmlns:a="http://schemas.openxmlformats.org/drawingml/2006/main" w="0">
            <a:solidFill>
              <a:srgbClr val="0B0B0B"/>
            </a:solidFill>
            <a:prstDash val="solid"/>
          </a:ln>
        </p:spPr>
      </p:sp>
      <p:sp>
        <p:nvSpPr>
          <p:cNvPr id="20" name="">
            <a:extLst xmlns:a="http://schemas.openxmlformats.org/drawingml/2006/main">
              <a:ext uri="{FF2B5EF4-FFF2-40B4-BE49-F238E27FC236}">
                <a16:creationId xmlns:a16="http://schemas.microsoft.com/office/drawing/2014/main" id="{007B2E6E-61EF-4D74-952C-DD36B4DED781}"/>
              </a:ext>
            </a:extLst>
          </p:cNvPr>
          <p:cNvSpPr>
            <a:spLocks xmlns:a="http://schemas.openxmlformats.org/drawingml/2006/main" noGrp="1"/>
          </p:cNvSpPr>
          <p:nvPr/>
        </p:nvSpPr>
        <p:spPr>
          <a:xfrm xmlns:a="http://schemas.openxmlformats.org/drawingml/2006/main">
            <a:off x="8743950" y="1714500"/>
            <a:ext cx="2209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lnSpc>
                <a:spcPct val="105000"/>
              </a:lnSpc>
              <a:buNone/>
              <a:defRPr sz="975" b="1">
                <a:solidFill>
                  <a:srgbClr val="0B0B0B"/>
                </a:solidFill>
                <a:latin typeface="Noto Sans Khmer"/>
                <a:ea typeface="Noto Sans Khmer"/>
                <a:cs typeface="Noto Sans Khmer"/>
              </a:defRPr>
            </a:pPr>
            <a:r>
              <a:rPr sz="975" b="1">
                <a:solidFill>
                  <a:srgbClr val="0B0B0B"/>
                </a:solidFill>
                <a:latin typeface="Noto Sans Khmer"/>
                <a:ea typeface="Noto Sans Khmer"/>
                <a:cs typeface="Noto Sans Khmer"/>
              </a:rPr>
              <a:t>SOLUTION/TECH</a:t>
            </a:r>
          </a:p>
        </p:txBody>
      </p:sp>
      <p:sp>
        <p:nvSpPr>
          <p:cNvPr id="21" name="">
            <a:extLst xmlns:a="http://schemas.openxmlformats.org/drawingml/2006/main">
              <a:ext uri="{FF2B5EF4-FFF2-40B4-BE49-F238E27FC236}">
                <a16:creationId xmlns:a16="http://schemas.microsoft.com/office/drawing/2014/main" id="{A0FECFC5-AC39-45DC-AAB3-FAC1A83D26B8}"/>
              </a:ext>
            </a:extLst>
          </p:cNvPr>
          <p:cNvSpPr>
            <a:spLocks xmlns:a="http://schemas.openxmlformats.org/drawingml/2006/main" noGrp="1"/>
          </p:cNvSpPr>
          <p:nvPr/>
        </p:nvSpPr>
        <p:spPr>
          <a:xfrm xmlns:a="http://schemas.openxmlformats.org/drawingml/2006/main">
            <a:off x="8782050" y="2114550"/>
            <a:ext cx="2133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0000"/>
              </a:lnSpc>
              <a:buNone/>
              <a:defRPr sz="1500" b="1">
                <a:solidFill>
                  <a:srgbClr val="0B0B0B"/>
                </a:solidFill>
                <a:latin typeface="Noto Sans Khmer"/>
                <a:ea typeface="Noto Sans Khmer"/>
                <a:cs typeface="Noto Sans Khmer"/>
              </a:defRPr>
            </a:pPr>
            <a:r>
              <a:rPr sz="1500" b="1">
                <a:solidFill>
                  <a:srgbClr val="0B0B0B"/>
                </a:solidFill>
                <a:latin typeface="Noto Sans Khmer"/>
                <a:ea typeface="Noto Sans Khmer"/>
                <a:cs typeface="Noto Sans Khmer"/>
              </a:rPr>
              <a:t>Solution/Tech</a:t>
            </a:r>
          </a:p>
        </p:txBody>
      </p:sp>
      <p:sp>
        <p:nvSpPr>
          <p:cNvPr id="22" name="">
            <a:extLst xmlns:a="http://schemas.openxmlformats.org/drawingml/2006/main">
              <a:ext uri="{FF2B5EF4-FFF2-40B4-BE49-F238E27FC236}">
                <a16:creationId xmlns:a16="http://schemas.microsoft.com/office/drawing/2014/main" id="{91317435-D781-4640-8D91-B83EDA7C69A2}"/>
              </a:ext>
            </a:extLst>
          </p:cNvPr>
          <p:cNvSpPr>
            <a:spLocks xmlns:a="http://schemas.openxmlformats.org/drawingml/2006/main" noGrp="1"/>
          </p:cNvSpPr>
          <p:nvPr/>
        </p:nvSpPr>
        <p:spPr>
          <a:xfrm xmlns:a="http://schemas.openxmlformats.org/drawingml/2006/main">
            <a:off x="8782050" y="2457450"/>
            <a:ext cx="2133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37202"/>
          </a:bodyPr>
          <a:lstStyle xmlns:a="http://schemas.openxmlformats.org/drawingml/2006/main"/>
          <a:p xmlns:a="http://schemas.openxmlformats.org/drawingml/2006/main">
            <a:pPr algn="l">
              <a:lnSpc>
                <a:spcPct val="112000"/>
              </a:lnSpc>
              <a:buNone/>
              <a:defRPr sz="900" b="0">
                <a:solidFill>
                  <a:srgbClr val="303030"/>
                </a:solidFill>
                <a:latin typeface="Noto Sans Khmer"/>
                <a:ea typeface="Noto Sans Khmer"/>
                <a:cs typeface="Noto Sans Khmer"/>
              </a:defRPr>
            </a:pPr>
            <a:r>
              <a:rPr sz="900" b="0">
                <a:solidFill>
                  <a:srgbClr val="303030"/>
                </a:solidFill>
                <a:latin typeface="Noto Sans Khmer"/>
                <a:ea typeface="Noto Sans Khmer"/>
                <a:cs typeface="Noto Sans Khmer"/>
              </a:rPr>
              <a:t>Web app, Suar AI, teacher portal, data safety</a:t>
            </a:r>
          </a:p>
        </p:txBody>
      </p:sp>
      <p:sp>
        <p:nvSpPr>
          <p:cNvPr id="23" name="">
            <a:extLst xmlns:a="http://schemas.openxmlformats.org/drawingml/2006/main">
              <a:ext uri="{FF2B5EF4-FFF2-40B4-BE49-F238E27FC236}">
                <a16:creationId xmlns:a16="http://schemas.microsoft.com/office/drawing/2014/main" id="{FBDFD836-5CDC-4F67-AE1D-A7E1DFA7E365}"/>
              </a:ext>
            </a:extLst>
          </p:cNvPr>
          <p:cNvSpPr>
            <a:spLocks xmlns:a="http://schemas.openxmlformats.org/drawingml/2006/main" noGrp="1"/>
          </p:cNvSpPr>
          <p:nvPr/>
        </p:nvSpPr>
        <p:spPr>
          <a:xfrm xmlns:a="http://schemas.openxmlformats.org/drawingml/2006/main">
            <a:off x="5829300" y="2990850"/>
            <a:ext cx="2476500" cy="99060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24" name="">
            <a:extLst xmlns:a="http://schemas.openxmlformats.org/drawingml/2006/main">
              <a:ext uri="{FF2B5EF4-FFF2-40B4-BE49-F238E27FC236}">
                <a16:creationId xmlns:a16="http://schemas.microsoft.com/office/drawing/2014/main" id="{F23966A9-3673-421C-BC8C-88F2127ADA21}"/>
              </a:ext>
            </a:extLst>
          </p:cNvPr>
          <p:cNvSpPr>
            <a:spLocks xmlns:a="http://schemas.openxmlformats.org/drawingml/2006/main" noGrp="1"/>
          </p:cNvSpPr>
          <p:nvPr/>
        </p:nvSpPr>
        <p:spPr>
          <a:xfrm xmlns:a="http://schemas.openxmlformats.org/drawingml/2006/main">
            <a:off x="5753100" y="2914650"/>
            <a:ext cx="2476500" cy="99060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25" name="">
            <a:extLst xmlns:a="http://schemas.openxmlformats.org/drawingml/2006/main">
              <a:ext uri="{FF2B5EF4-FFF2-40B4-BE49-F238E27FC236}">
                <a16:creationId xmlns:a16="http://schemas.microsoft.com/office/drawing/2014/main" id="{71F50001-3DAD-43C0-9702-6E1ED4675B67}"/>
              </a:ext>
            </a:extLst>
          </p:cNvPr>
          <p:cNvSpPr>
            <a:spLocks xmlns:a="http://schemas.openxmlformats.org/drawingml/2006/main" noGrp="1"/>
          </p:cNvSpPr>
          <p:nvPr/>
        </p:nvSpPr>
        <p:spPr>
          <a:xfrm xmlns:a="http://schemas.openxmlformats.org/drawingml/2006/main">
            <a:off x="5753100" y="2914650"/>
            <a:ext cx="2476500" cy="323850"/>
          </a:xfrm>
          <a:prstGeom xmlns:a="http://schemas.openxmlformats.org/drawingml/2006/main" prst="rect">
            <a:avLst/>
          </a:prstGeom>
          <a:solidFill xmlns:a="http://schemas.openxmlformats.org/drawingml/2006/main">
            <a:srgbClr val="16A34A"/>
          </a:solidFill>
          <a:ln xmlns:a="http://schemas.openxmlformats.org/drawingml/2006/main" w="0">
            <a:solidFill>
              <a:srgbClr val="0B0B0B"/>
            </a:solidFill>
            <a:prstDash val="solid"/>
          </a:ln>
        </p:spPr>
      </p:sp>
      <p:sp>
        <p:nvSpPr>
          <p:cNvPr id="26" name="">
            <a:extLst xmlns:a="http://schemas.openxmlformats.org/drawingml/2006/main">
              <a:ext uri="{FF2B5EF4-FFF2-40B4-BE49-F238E27FC236}">
                <a16:creationId xmlns:a16="http://schemas.microsoft.com/office/drawing/2014/main" id="{A771F95E-7600-45CF-BF39-95CAE7112496}"/>
              </a:ext>
            </a:extLst>
          </p:cNvPr>
          <p:cNvSpPr>
            <a:spLocks xmlns:a="http://schemas.openxmlformats.org/drawingml/2006/main" noGrp="1"/>
          </p:cNvSpPr>
          <p:nvPr/>
        </p:nvSpPr>
        <p:spPr>
          <a:xfrm xmlns:a="http://schemas.openxmlformats.org/drawingml/2006/main">
            <a:off x="5886450" y="2971800"/>
            <a:ext cx="2209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lnSpc>
                <a:spcPct val="105000"/>
              </a:lnSpc>
              <a:buNone/>
              <a:defRPr sz="975" b="1">
                <a:solidFill>
                  <a:srgbClr val="0B0B0B"/>
                </a:solidFill>
                <a:latin typeface="Noto Sans Khmer"/>
                <a:ea typeface="Noto Sans Khmer"/>
                <a:cs typeface="Noto Sans Khmer"/>
              </a:defRPr>
            </a:pPr>
            <a:r>
              <a:rPr sz="975" b="1">
                <a:solidFill>
                  <a:srgbClr val="0B0B0B"/>
                </a:solidFill>
                <a:latin typeface="Noto Sans Khmer"/>
                <a:ea typeface="Noto Sans Khmer"/>
                <a:cs typeface="Noto Sans Khmer"/>
              </a:rPr>
              <a:t>USERS</a:t>
            </a:r>
          </a:p>
        </p:txBody>
      </p:sp>
      <p:sp>
        <p:nvSpPr>
          <p:cNvPr id="27" name="">
            <a:extLst xmlns:a="http://schemas.openxmlformats.org/drawingml/2006/main">
              <a:ext uri="{FF2B5EF4-FFF2-40B4-BE49-F238E27FC236}">
                <a16:creationId xmlns:a16="http://schemas.microsoft.com/office/drawing/2014/main" id="{B95EFCC3-6A91-4C4C-BC49-8F9D9F5C4E13}"/>
              </a:ext>
            </a:extLst>
          </p:cNvPr>
          <p:cNvSpPr>
            <a:spLocks xmlns:a="http://schemas.openxmlformats.org/drawingml/2006/main" noGrp="1"/>
          </p:cNvSpPr>
          <p:nvPr/>
        </p:nvSpPr>
        <p:spPr>
          <a:xfrm xmlns:a="http://schemas.openxmlformats.org/drawingml/2006/main">
            <a:off x="5924550" y="3371850"/>
            <a:ext cx="2133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0000"/>
              </a:lnSpc>
              <a:buNone/>
              <a:defRPr sz="1500" b="1">
                <a:solidFill>
                  <a:srgbClr val="0B0B0B"/>
                </a:solidFill>
                <a:latin typeface="Noto Sans Khmer"/>
                <a:ea typeface="Noto Sans Khmer"/>
                <a:cs typeface="Noto Sans Khmer"/>
              </a:defRPr>
            </a:pPr>
            <a:r>
              <a:rPr sz="1500" b="1">
                <a:solidFill>
                  <a:srgbClr val="0B0B0B"/>
                </a:solidFill>
                <a:latin typeface="Noto Sans Khmer"/>
                <a:ea typeface="Noto Sans Khmer"/>
                <a:cs typeface="Noto Sans Khmer"/>
              </a:rPr>
              <a:t>Users</a:t>
            </a:r>
          </a:p>
        </p:txBody>
      </p:sp>
      <p:sp>
        <p:nvSpPr>
          <p:cNvPr id="28" name="">
            <a:extLst xmlns:a="http://schemas.openxmlformats.org/drawingml/2006/main">
              <a:ext uri="{FF2B5EF4-FFF2-40B4-BE49-F238E27FC236}">
                <a16:creationId xmlns:a16="http://schemas.microsoft.com/office/drawing/2014/main" id="{F8C6557E-93AB-4641-9D79-27CF1F71E103}"/>
              </a:ext>
            </a:extLst>
          </p:cNvPr>
          <p:cNvSpPr>
            <a:spLocks xmlns:a="http://schemas.openxmlformats.org/drawingml/2006/main" noGrp="1"/>
          </p:cNvSpPr>
          <p:nvPr/>
        </p:nvSpPr>
        <p:spPr>
          <a:xfrm xmlns:a="http://schemas.openxmlformats.org/drawingml/2006/main">
            <a:off x="5924550" y="3714750"/>
            <a:ext cx="2133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37202"/>
          </a:bodyPr>
          <a:lstStyle xmlns:a="http://schemas.openxmlformats.org/drawingml/2006/main"/>
          <a:p xmlns:a="http://schemas.openxmlformats.org/drawingml/2006/main">
            <a:pPr algn="l">
              <a:lnSpc>
                <a:spcPct val="112000"/>
              </a:lnSpc>
              <a:buNone/>
              <a:defRPr sz="900" b="0">
                <a:solidFill>
                  <a:srgbClr val="303030"/>
                </a:solidFill>
                <a:latin typeface="Noto Sans Khmer"/>
                <a:ea typeface="Noto Sans Khmer"/>
                <a:cs typeface="Noto Sans Khmer"/>
              </a:defRPr>
            </a:pPr>
            <a:r>
              <a:rPr sz="900" b="0">
                <a:solidFill>
                  <a:srgbClr val="303030"/>
                </a:solidFill>
                <a:latin typeface="Noto Sans Khmer"/>
                <a:ea typeface="Noto Sans Khmer"/>
                <a:cs typeface="Noto Sans Khmer"/>
              </a:rPr>
              <a:t>Students, teachers, parents, testers, feedback changes</a:t>
            </a:r>
          </a:p>
        </p:txBody>
      </p:sp>
      <p:sp>
        <p:nvSpPr>
          <p:cNvPr id="29" name="">
            <a:extLst xmlns:a="http://schemas.openxmlformats.org/drawingml/2006/main">
              <a:ext uri="{FF2B5EF4-FFF2-40B4-BE49-F238E27FC236}">
                <a16:creationId xmlns:a16="http://schemas.microsoft.com/office/drawing/2014/main" id="{46DFB513-C04C-4918-AE4B-F88B55F33477}"/>
              </a:ext>
            </a:extLst>
          </p:cNvPr>
          <p:cNvSpPr>
            <a:spLocks xmlns:a="http://schemas.openxmlformats.org/drawingml/2006/main" noGrp="1"/>
          </p:cNvSpPr>
          <p:nvPr/>
        </p:nvSpPr>
        <p:spPr>
          <a:xfrm xmlns:a="http://schemas.openxmlformats.org/drawingml/2006/main">
            <a:off x="8686800" y="2990850"/>
            <a:ext cx="2476500" cy="99060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30" name="">
            <a:extLst xmlns:a="http://schemas.openxmlformats.org/drawingml/2006/main">
              <a:ext uri="{FF2B5EF4-FFF2-40B4-BE49-F238E27FC236}">
                <a16:creationId xmlns:a16="http://schemas.microsoft.com/office/drawing/2014/main" id="{A76AE167-2C0D-40E5-B80F-136A14F1A6F8}"/>
              </a:ext>
            </a:extLst>
          </p:cNvPr>
          <p:cNvSpPr>
            <a:spLocks xmlns:a="http://schemas.openxmlformats.org/drawingml/2006/main" noGrp="1"/>
          </p:cNvSpPr>
          <p:nvPr/>
        </p:nvSpPr>
        <p:spPr>
          <a:xfrm xmlns:a="http://schemas.openxmlformats.org/drawingml/2006/main">
            <a:off x="8610600" y="2914650"/>
            <a:ext cx="2476500" cy="99060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31" name="">
            <a:extLst xmlns:a="http://schemas.openxmlformats.org/drawingml/2006/main">
              <a:ext uri="{FF2B5EF4-FFF2-40B4-BE49-F238E27FC236}">
                <a16:creationId xmlns:a16="http://schemas.microsoft.com/office/drawing/2014/main" id="{D64DAD2E-4214-497D-9AF2-7A4C86943DF6}"/>
              </a:ext>
            </a:extLst>
          </p:cNvPr>
          <p:cNvSpPr>
            <a:spLocks xmlns:a="http://schemas.openxmlformats.org/drawingml/2006/main" noGrp="1"/>
          </p:cNvSpPr>
          <p:nvPr/>
        </p:nvSpPr>
        <p:spPr>
          <a:xfrm xmlns:a="http://schemas.openxmlformats.org/drawingml/2006/main">
            <a:off x="8610600" y="2914650"/>
            <a:ext cx="2476500" cy="323850"/>
          </a:xfrm>
          <a:prstGeom xmlns:a="http://schemas.openxmlformats.org/drawingml/2006/main" prst="rect">
            <a:avLst/>
          </a:prstGeom>
          <a:solidFill xmlns:a="http://schemas.openxmlformats.org/drawingml/2006/main">
            <a:srgbClr val="F97316"/>
          </a:solidFill>
          <a:ln xmlns:a="http://schemas.openxmlformats.org/drawingml/2006/main" w="0">
            <a:solidFill>
              <a:srgbClr val="0B0B0B"/>
            </a:solidFill>
            <a:prstDash val="solid"/>
          </a:ln>
        </p:spPr>
      </p:sp>
      <p:sp>
        <p:nvSpPr>
          <p:cNvPr id="32" name="">
            <a:extLst xmlns:a="http://schemas.openxmlformats.org/drawingml/2006/main">
              <a:ext uri="{FF2B5EF4-FFF2-40B4-BE49-F238E27FC236}">
                <a16:creationId xmlns:a16="http://schemas.microsoft.com/office/drawing/2014/main" id="{4E4E5219-7FBC-4BB9-B43E-76828AB940FA}"/>
              </a:ext>
            </a:extLst>
          </p:cNvPr>
          <p:cNvSpPr>
            <a:spLocks xmlns:a="http://schemas.openxmlformats.org/drawingml/2006/main" noGrp="1"/>
          </p:cNvSpPr>
          <p:nvPr/>
        </p:nvSpPr>
        <p:spPr>
          <a:xfrm xmlns:a="http://schemas.openxmlformats.org/drawingml/2006/main">
            <a:off x="8743950" y="2971800"/>
            <a:ext cx="2209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lnSpc>
                <a:spcPct val="105000"/>
              </a:lnSpc>
              <a:buNone/>
              <a:defRPr sz="975" b="1">
                <a:solidFill>
                  <a:srgbClr val="0B0B0B"/>
                </a:solidFill>
                <a:latin typeface="Noto Sans Khmer"/>
                <a:ea typeface="Noto Sans Khmer"/>
                <a:cs typeface="Noto Sans Khmer"/>
              </a:defRPr>
            </a:pPr>
            <a:r>
              <a:rPr sz="975" b="1">
                <a:solidFill>
                  <a:srgbClr val="0B0B0B"/>
                </a:solidFill>
                <a:latin typeface="Noto Sans Khmer"/>
                <a:ea typeface="Noto Sans Khmer"/>
                <a:cs typeface="Noto Sans Khmer"/>
              </a:rPr>
              <a:t>ADOPTION</a:t>
            </a:r>
          </a:p>
        </p:txBody>
      </p:sp>
      <p:sp>
        <p:nvSpPr>
          <p:cNvPr id="33" name="">
            <a:extLst xmlns:a="http://schemas.openxmlformats.org/drawingml/2006/main">
              <a:ext uri="{FF2B5EF4-FFF2-40B4-BE49-F238E27FC236}">
                <a16:creationId xmlns:a16="http://schemas.microsoft.com/office/drawing/2014/main" id="{8F885C38-F8B8-416A-AE70-CFB3F278E267}"/>
              </a:ext>
            </a:extLst>
          </p:cNvPr>
          <p:cNvSpPr>
            <a:spLocks xmlns:a="http://schemas.openxmlformats.org/drawingml/2006/main" noGrp="1"/>
          </p:cNvSpPr>
          <p:nvPr/>
        </p:nvSpPr>
        <p:spPr>
          <a:xfrm xmlns:a="http://schemas.openxmlformats.org/drawingml/2006/main">
            <a:off x="8782050" y="3371850"/>
            <a:ext cx="2133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0000"/>
              </a:lnSpc>
              <a:buNone/>
              <a:defRPr sz="1500" b="1">
                <a:solidFill>
                  <a:srgbClr val="0B0B0B"/>
                </a:solidFill>
                <a:latin typeface="Noto Sans Khmer"/>
                <a:ea typeface="Noto Sans Khmer"/>
                <a:cs typeface="Noto Sans Khmer"/>
              </a:defRPr>
            </a:pPr>
            <a:r>
              <a:rPr sz="1500" b="1">
                <a:solidFill>
                  <a:srgbClr val="0B0B0B"/>
                </a:solidFill>
                <a:latin typeface="Noto Sans Khmer"/>
                <a:ea typeface="Noto Sans Khmer"/>
                <a:cs typeface="Noto Sans Khmer"/>
              </a:rPr>
              <a:t>Adoption</a:t>
            </a:r>
          </a:p>
        </p:txBody>
      </p:sp>
      <p:sp>
        <p:nvSpPr>
          <p:cNvPr id="34" name="">
            <a:extLst xmlns:a="http://schemas.openxmlformats.org/drawingml/2006/main">
              <a:ext uri="{FF2B5EF4-FFF2-40B4-BE49-F238E27FC236}">
                <a16:creationId xmlns:a16="http://schemas.microsoft.com/office/drawing/2014/main" id="{EA16CC5F-A148-46CA-92E7-F3B802B9EDA0}"/>
              </a:ext>
            </a:extLst>
          </p:cNvPr>
          <p:cNvSpPr>
            <a:spLocks xmlns:a="http://schemas.openxmlformats.org/drawingml/2006/main" noGrp="1"/>
          </p:cNvSpPr>
          <p:nvPr/>
        </p:nvSpPr>
        <p:spPr>
          <a:xfrm xmlns:a="http://schemas.openxmlformats.org/drawingml/2006/main">
            <a:off x="8782050" y="3714750"/>
            <a:ext cx="2133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37202"/>
          </a:bodyPr>
          <a:lstStyle xmlns:a="http://schemas.openxmlformats.org/drawingml/2006/main"/>
          <a:p xmlns:a="http://schemas.openxmlformats.org/drawingml/2006/main">
            <a:pPr algn="l">
              <a:lnSpc>
                <a:spcPct val="112000"/>
              </a:lnSpc>
              <a:buNone/>
              <a:defRPr sz="900" b="0">
                <a:solidFill>
                  <a:srgbClr val="303030"/>
                </a:solidFill>
                <a:latin typeface="Noto Sans Khmer"/>
                <a:ea typeface="Noto Sans Khmer"/>
                <a:cs typeface="Noto Sans Khmer"/>
              </a:defRPr>
            </a:pPr>
            <a:r>
              <a:rPr sz="900" b="0">
                <a:solidFill>
                  <a:srgbClr val="303030"/>
                </a:solidFill>
                <a:latin typeface="Noto Sans Khmer"/>
                <a:ea typeface="Noto Sans Khmer"/>
                <a:cs typeface="Noto Sans Khmer"/>
              </a:rPr>
              <a:t>Teacher invite, referral, content, partners, retention loop</a:t>
            </a:r>
          </a:p>
        </p:txBody>
      </p:sp>
      <p:sp>
        <p:nvSpPr>
          <p:cNvPr id="35" name="">
            <a:extLst xmlns:a="http://schemas.openxmlformats.org/drawingml/2006/main">
              <a:ext uri="{FF2B5EF4-FFF2-40B4-BE49-F238E27FC236}">
                <a16:creationId xmlns:a16="http://schemas.microsoft.com/office/drawing/2014/main" id="{64A9139D-2E93-4814-9298-BE738BE3E6F0}"/>
              </a:ext>
            </a:extLst>
          </p:cNvPr>
          <p:cNvSpPr>
            <a:spLocks xmlns:a="http://schemas.openxmlformats.org/drawingml/2006/main" noGrp="1"/>
          </p:cNvSpPr>
          <p:nvPr/>
        </p:nvSpPr>
        <p:spPr>
          <a:xfrm xmlns:a="http://schemas.openxmlformats.org/drawingml/2006/main">
            <a:off x="5829300" y="4248150"/>
            <a:ext cx="2476500" cy="99060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36" name="">
            <a:extLst xmlns:a="http://schemas.openxmlformats.org/drawingml/2006/main">
              <a:ext uri="{FF2B5EF4-FFF2-40B4-BE49-F238E27FC236}">
                <a16:creationId xmlns:a16="http://schemas.microsoft.com/office/drawing/2014/main" id="{FD03B105-935E-458E-9E00-D65056B90808}"/>
              </a:ext>
            </a:extLst>
          </p:cNvPr>
          <p:cNvSpPr>
            <a:spLocks xmlns:a="http://schemas.openxmlformats.org/drawingml/2006/main" noGrp="1"/>
          </p:cNvSpPr>
          <p:nvPr/>
        </p:nvSpPr>
        <p:spPr>
          <a:xfrm xmlns:a="http://schemas.openxmlformats.org/drawingml/2006/main">
            <a:off x="5753100" y="4171950"/>
            <a:ext cx="2476500" cy="99060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37" name="">
            <a:extLst xmlns:a="http://schemas.openxmlformats.org/drawingml/2006/main">
              <a:ext uri="{FF2B5EF4-FFF2-40B4-BE49-F238E27FC236}">
                <a16:creationId xmlns:a16="http://schemas.microsoft.com/office/drawing/2014/main" id="{715554DA-02D9-413A-B2E9-818774307AB9}"/>
              </a:ext>
            </a:extLst>
          </p:cNvPr>
          <p:cNvSpPr>
            <a:spLocks xmlns:a="http://schemas.openxmlformats.org/drawingml/2006/main" noGrp="1"/>
          </p:cNvSpPr>
          <p:nvPr/>
        </p:nvSpPr>
        <p:spPr>
          <a:xfrm xmlns:a="http://schemas.openxmlformats.org/drawingml/2006/main">
            <a:off x="5753100" y="4171950"/>
            <a:ext cx="2476500" cy="323850"/>
          </a:xfrm>
          <a:prstGeom xmlns:a="http://schemas.openxmlformats.org/drawingml/2006/main" prst="rect">
            <a:avLst/>
          </a:prstGeom>
          <a:solidFill xmlns:a="http://schemas.openxmlformats.org/drawingml/2006/main">
            <a:srgbClr val="7C3AED"/>
          </a:solidFill>
          <a:ln xmlns:a="http://schemas.openxmlformats.org/drawingml/2006/main" w="0">
            <a:solidFill>
              <a:srgbClr val="0B0B0B"/>
            </a:solidFill>
            <a:prstDash val="solid"/>
          </a:ln>
        </p:spPr>
      </p:sp>
      <p:sp>
        <p:nvSpPr>
          <p:cNvPr id="38" name="">
            <a:extLst xmlns:a="http://schemas.openxmlformats.org/drawingml/2006/main">
              <a:ext uri="{FF2B5EF4-FFF2-40B4-BE49-F238E27FC236}">
                <a16:creationId xmlns:a16="http://schemas.microsoft.com/office/drawing/2014/main" id="{1B413997-FC12-46EB-BEBA-442A1799B4CC}"/>
              </a:ext>
            </a:extLst>
          </p:cNvPr>
          <p:cNvSpPr>
            <a:spLocks xmlns:a="http://schemas.openxmlformats.org/drawingml/2006/main" noGrp="1"/>
          </p:cNvSpPr>
          <p:nvPr/>
        </p:nvSpPr>
        <p:spPr>
          <a:xfrm xmlns:a="http://schemas.openxmlformats.org/drawingml/2006/main">
            <a:off x="5886450" y="4229100"/>
            <a:ext cx="2209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lnSpc>
                <a:spcPct val="105000"/>
              </a:lnSpc>
              <a:buNone/>
              <a:defRPr sz="975" b="1">
                <a:solidFill>
                  <a:srgbClr val="0B0B0B"/>
                </a:solidFill>
                <a:latin typeface="Noto Sans Khmer"/>
                <a:ea typeface="Noto Sans Khmer"/>
                <a:cs typeface="Noto Sans Khmer"/>
              </a:defRPr>
            </a:pPr>
            <a:r>
              <a:rPr sz="975" b="1">
                <a:solidFill>
                  <a:srgbClr val="0B0B0B"/>
                </a:solidFill>
                <a:latin typeface="Noto Sans Khmer"/>
                <a:ea typeface="Noto Sans Khmer"/>
                <a:cs typeface="Noto Sans Khmer"/>
              </a:rPr>
              <a:t>BUSINESS</a:t>
            </a:r>
          </a:p>
        </p:txBody>
      </p:sp>
      <p:sp>
        <p:nvSpPr>
          <p:cNvPr id="39" name="">
            <a:extLst xmlns:a="http://schemas.openxmlformats.org/drawingml/2006/main">
              <a:ext uri="{FF2B5EF4-FFF2-40B4-BE49-F238E27FC236}">
                <a16:creationId xmlns:a16="http://schemas.microsoft.com/office/drawing/2014/main" id="{5F76E65B-F18C-40F6-B906-7B603D595057}"/>
              </a:ext>
            </a:extLst>
          </p:cNvPr>
          <p:cNvSpPr>
            <a:spLocks xmlns:a="http://schemas.openxmlformats.org/drawingml/2006/main" noGrp="1"/>
          </p:cNvSpPr>
          <p:nvPr/>
        </p:nvSpPr>
        <p:spPr>
          <a:xfrm xmlns:a="http://schemas.openxmlformats.org/drawingml/2006/main">
            <a:off x="5924550" y="4629150"/>
            <a:ext cx="2133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0000"/>
              </a:lnSpc>
              <a:buNone/>
              <a:defRPr sz="1500" b="1">
                <a:solidFill>
                  <a:srgbClr val="0B0B0B"/>
                </a:solidFill>
                <a:latin typeface="Noto Sans Khmer"/>
                <a:ea typeface="Noto Sans Khmer"/>
                <a:cs typeface="Noto Sans Khmer"/>
              </a:defRPr>
            </a:pPr>
            <a:r>
              <a:rPr sz="1500" b="1">
                <a:solidFill>
                  <a:srgbClr val="0B0B0B"/>
                </a:solidFill>
                <a:latin typeface="Noto Sans Khmer"/>
                <a:ea typeface="Noto Sans Khmer"/>
                <a:cs typeface="Noto Sans Khmer"/>
              </a:rPr>
              <a:t>Business</a:t>
            </a:r>
          </a:p>
        </p:txBody>
      </p:sp>
      <p:sp>
        <p:nvSpPr>
          <p:cNvPr id="40" name="">
            <a:extLst xmlns:a="http://schemas.openxmlformats.org/drawingml/2006/main">
              <a:ext uri="{FF2B5EF4-FFF2-40B4-BE49-F238E27FC236}">
                <a16:creationId xmlns:a16="http://schemas.microsoft.com/office/drawing/2014/main" id="{3B6BD962-544C-4CD4-AE83-BCD68D5720B5}"/>
              </a:ext>
            </a:extLst>
          </p:cNvPr>
          <p:cNvSpPr>
            <a:spLocks xmlns:a="http://schemas.openxmlformats.org/drawingml/2006/main" noGrp="1"/>
          </p:cNvSpPr>
          <p:nvPr/>
        </p:nvSpPr>
        <p:spPr>
          <a:xfrm xmlns:a="http://schemas.openxmlformats.org/drawingml/2006/main">
            <a:off x="5924550" y="4972050"/>
            <a:ext cx="2133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37202"/>
          </a:bodyPr>
          <a:lstStyle xmlns:a="http://schemas.openxmlformats.org/drawingml/2006/main"/>
          <a:p xmlns:a="http://schemas.openxmlformats.org/drawingml/2006/main">
            <a:pPr algn="l">
              <a:lnSpc>
                <a:spcPct val="112000"/>
              </a:lnSpc>
              <a:buNone/>
              <a:defRPr sz="900" b="0">
                <a:solidFill>
                  <a:srgbClr val="303030"/>
                </a:solidFill>
                <a:latin typeface="Noto Sans Khmer"/>
                <a:ea typeface="Noto Sans Khmer"/>
                <a:cs typeface="Noto Sans Khmer"/>
              </a:defRPr>
            </a:pPr>
            <a:r>
              <a:rPr sz="900" b="0">
                <a:solidFill>
                  <a:srgbClr val="303030"/>
                </a:solidFill>
                <a:latin typeface="Noto Sans Khmer"/>
                <a:ea typeface="Noto Sans Khmer"/>
                <a:cs typeface="Noto Sans Khmer"/>
              </a:rPr>
              <a:t>Pricing ladder, 100 Year 1 subscribers, low cost</a:t>
            </a:r>
          </a:p>
        </p:txBody>
      </p:sp>
      <p:sp>
        <p:nvSpPr>
          <p:cNvPr id="41" name="">
            <a:extLst xmlns:a="http://schemas.openxmlformats.org/drawingml/2006/main">
              <a:ext uri="{FF2B5EF4-FFF2-40B4-BE49-F238E27FC236}">
                <a16:creationId xmlns:a16="http://schemas.microsoft.com/office/drawing/2014/main" id="{EF0D1ABC-D3BC-4BE6-94AD-95DEA99AD781}"/>
              </a:ext>
            </a:extLst>
          </p:cNvPr>
          <p:cNvSpPr>
            <a:spLocks xmlns:a="http://schemas.openxmlformats.org/drawingml/2006/main" noGrp="1"/>
          </p:cNvSpPr>
          <p:nvPr/>
        </p:nvSpPr>
        <p:spPr>
          <a:xfrm xmlns:a="http://schemas.openxmlformats.org/drawingml/2006/main">
            <a:off x="8686800" y="4248150"/>
            <a:ext cx="2476500" cy="99060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42" name="">
            <a:extLst xmlns:a="http://schemas.openxmlformats.org/drawingml/2006/main">
              <a:ext uri="{FF2B5EF4-FFF2-40B4-BE49-F238E27FC236}">
                <a16:creationId xmlns:a16="http://schemas.microsoft.com/office/drawing/2014/main" id="{2215C4A0-F59A-4A69-9F90-2D272797EF89}"/>
              </a:ext>
            </a:extLst>
          </p:cNvPr>
          <p:cNvSpPr>
            <a:spLocks xmlns:a="http://schemas.openxmlformats.org/drawingml/2006/main" noGrp="1"/>
          </p:cNvSpPr>
          <p:nvPr/>
        </p:nvSpPr>
        <p:spPr>
          <a:xfrm xmlns:a="http://schemas.openxmlformats.org/drawingml/2006/main">
            <a:off x="8610600" y="4171950"/>
            <a:ext cx="2476500" cy="990600"/>
          </a:xfrm>
          <a:prstGeom xmlns:a="http://schemas.openxmlformats.org/drawingml/2006/main" prst="rect">
            <a:avLst/>
          </a:prstGeom>
          <a:solidFill xmlns:a="http://schemas.openxmlformats.org/drawingml/2006/main">
            <a:srgbClr val="FFFFFF"/>
          </a:solidFill>
          <a:ln xmlns:a="http://schemas.openxmlformats.org/drawingml/2006/main" w="28575">
            <a:solidFill>
              <a:srgbClr val="0B0B0B"/>
            </a:solidFill>
            <a:prstDash val="solid"/>
          </a:ln>
        </p:spPr>
      </p:sp>
      <p:sp>
        <p:nvSpPr>
          <p:cNvPr id="43" name="">
            <a:extLst xmlns:a="http://schemas.openxmlformats.org/drawingml/2006/main">
              <a:ext uri="{FF2B5EF4-FFF2-40B4-BE49-F238E27FC236}">
                <a16:creationId xmlns:a16="http://schemas.microsoft.com/office/drawing/2014/main" id="{9B623A9D-9B1F-4D91-BCEB-CD047DDDA2EF}"/>
              </a:ext>
            </a:extLst>
          </p:cNvPr>
          <p:cNvSpPr>
            <a:spLocks xmlns:a="http://schemas.openxmlformats.org/drawingml/2006/main" noGrp="1"/>
          </p:cNvSpPr>
          <p:nvPr/>
        </p:nvSpPr>
        <p:spPr>
          <a:xfrm xmlns:a="http://schemas.openxmlformats.org/drawingml/2006/main">
            <a:off x="8610600" y="4171950"/>
            <a:ext cx="2476500" cy="323850"/>
          </a:xfrm>
          <a:prstGeom xmlns:a="http://schemas.openxmlformats.org/drawingml/2006/main" prst="rect">
            <a:avLst/>
          </a:prstGeom>
          <a:solidFill xmlns:a="http://schemas.openxmlformats.org/drawingml/2006/main">
            <a:srgbClr val="EAB308"/>
          </a:solidFill>
          <a:ln xmlns:a="http://schemas.openxmlformats.org/drawingml/2006/main" w="0">
            <a:solidFill>
              <a:srgbClr val="0B0B0B"/>
            </a:solidFill>
            <a:prstDash val="solid"/>
          </a:ln>
        </p:spPr>
      </p:sp>
      <p:sp>
        <p:nvSpPr>
          <p:cNvPr id="44" name="">
            <a:extLst xmlns:a="http://schemas.openxmlformats.org/drawingml/2006/main">
              <a:ext uri="{FF2B5EF4-FFF2-40B4-BE49-F238E27FC236}">
                <a16:creationId xmlns:a16="http://schemas.microsoft.com/office/drawing/2014/main" id="{64F2369F-A3C1-4BDF-BA14-291F68526CCF}"/>
              </a:ext>
            </a:extLst>
          </p:cNvPr>
          <p:cNvSpPr>
            <a:spLocks xmlns:a="http://schemas.openxmlformats.org/drawingml/2006/main" noGrp="1"/>
          </p:cNvSpPr>
          <p:nvPr/>
        </p:nvSpPr>
        <p:spPr>
          <a:xfrm xmlns:a="http://schemas.openxmlformats.org/drawingml/2006/main">
            <a:off x="8743950" y="4229100"/>
            <a:ext cx="2209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lnSpc>
                <a:spcPct val="105000"/>
              </a:lnSpc>
              <a:buNone/>
              <a:defRPr sz="975" b="1">
                <a:solidFill>
                  <a:srgbClr val="0B0B0B"/>
                </a:solidFill>
                <a:latin typeface="Noto Sans Khmer"/>
                <a:ea typeface="Noto Sans Khmer"/>
                <a:cs typeface="Noto Sans Khmer"/>
              </a:defRPr>
            </a:pPr>
            <a:r>
              <a:rPr sz="975" b="1">
                <a:solidFill>
                  <a:srgbClr val="0B0B0B"/>
                </a:solidFill>
                <a:latin typeface="Noto Sans Khmer"/>
                <a:ea typeface="Noto Sans Khmer"/>
                <a:cs typeface="Noto Sans Khmer"/>
              </a:rPr>
              <a:t>FUTURE</a:t>
            </a:r>
          </a:p>
        </p:txBody>
      </p:sp>
      <p:sp>
        <p:nvSpPr>
          <p:cNvPr id="45" name="">
            <a:extLst xmlns:a="http://schemas.openxmlformats.org/drawingml/2006/main">
              <a:ext uri="{FF2B5EF4-FFF2-40B4-BE49-F238E27FC236}">
                <a16:creationId xmlns:a16="http://schemas.microsoft.com/office/drawing/2014/main" id="{4B11E6FE-9AEC-435F-91F4-F7E6094ADAAA}"/>
              </a:ext>
            </a:extLst>
          </p:cNvPr>
          <p:cNvSpPr>
            <a:spLocks xmlns:a="http://schemas.openxmlformats.org/drawingml/2006/main" noGrp="1"/>
          </p:cNvSpPr>
          <p:nvPr/>
        </p:nvSpPr>
        <p:spPr>
          <a:xfrm xmlns:a="http://schemas.openxmlformats.org/drawingml/2006/main">
            <a:off x="8782050" y="4629150"/>
            <a:ext cx="2133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lnSpc>
                <a:spcPct val="100000"/>
              </a:lnSpc>
              <a:buNone/>
              <a:defRPr sz="1500" b="1">
                <a:solidFill>
                  <a:srgbClr val="0B0B0B"/>
                </a:solidFill>
                <a:latin typeface="Noto Sans Khmer"/>
                <a:ea typeface="Noto Sans Khmer"/>
                <a:cs typeface="Noto Sans Khmer"/>
              </a:defRPr>
            </a:pPr>
            <a:r>
              <a:rPr sz="1500" b="1">
                <a:solidFill>
                  <a:srgbClr val="0B0B0B"/>
                </a:solidFill>
                <a:latin typeface="Noto Sans Khmer"/>
                <a:ea typeface="Noto Sans Khmer"/>
                <a:cs typeface="Noto Sans Khmer"/>
              </a:rPr>
              <a:t>Future</a:t>
            </a:r>
          </a:p>
        </p:txBody>
      </p:sp>
      <p:sp>
        <p:nvSpPr>
          <p:cNvPr id="46" name="">
            <a:extLst xmlns:a="http://schemas.openxmlformats.org/drawingml/2006/main">
              <a:ext uri="{FF2B5EF4-FFF2-40B4-BE49-F238E27FC236}">
                <a16:creationId xmlns:a16="http://schemas.microsoft.com/office/drawing/2014/main" id="{8D65CD21-F7C6-4A2C-8671-96426B8423D4}"/>
              </a:ext>
            </a:extLst>
          </p:cNvPr>
          <p:cNvSpPr>
            <a:spLocks xmlns:a="http://schemas.openxmlformats.org/drawingml/2006/main" noGrp="1"/>
          </p:cNvSpPr>
          <p:nvPr/>
        </p:nvSpPr>
        <p:spPr>
          <a:xfrm xmlns:a="http://schemas.openxmlformats.org/drawingml/2006/main">
            <a:off x="8782050" y="4972050"/>
            <a:ext cx="2133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37202"/>
          </a:bodyPr>
          <a:lstStyle xmlns:a="http://schemas.openxmlformats.org/drawingml/2006/main"/>
          <a:p xmlns:a="http://schemas.openxmlformats.org/drawingml/2006/main">
            <a:pPr algn="l">
              <a:lnSpc>
                <a:spcPct val="112000"/>
              </a:lnSpc>
              <a:buNone/>
              <a:defRPr sz="900" b="0">
                <a:solidFill>
                  <a:srgbClr val="303030"/>
                </a:solidFill>
                <a:latin typeface="Noto Sans Khmer"/>
                <a:ea typeface="Noto Sans Khmer"/>
                <a:cs typeface="Noto Sans Khmer"/>
              </a:defRPr>
            </a:pPr>
            <a:r>
              <a:rPr sz="900" b="0">
                <a:solidFill>
                  <a:srgbClr val="303030"/>
                </a:solidFill>
                <a:latin typeface="Noto Sans Khmer"/>
                <a:ea typeface="Noto Sans Khmer"/>
                <a:cs typeface="Noto Sans Khmer"/>
              </a:rPr>
              <a:t>2026-2028 roadmap, support needed, scaling risks</a:t>
            </a:r>
          </a:p>
        </p:txBody>
      </p:sp>
      <p:sp>
        <p:nvSpPr>
          <p:cNvPr id="47" name="">
            <a:extLst xmlns:a="http://schemas.openxmlformats.org/drawingml/2006/main">
              <a:ext uri="{FF2B5EF4-FFF2-40B4-BE49-F238E27FC236}">
                <a16:creationId xmlns:a16="http://schemas.microsoft.com/office/drawing/2014/main" id="{3EB5E467-AFCD-40DC-A64D-DD4B292360DC}"/>
              </a:ext>
            </a:extLst>
          </p:cNvPr>
          <p:cNvSpPr>
            <a:spLocks xmlns:a="http://schemas.openxmlformats.org/drawingml/2006/main" noGrp="1"/>
          </p:cNvSpPr>
          <p:nvPr/>
        </p:nvSpPr>
        <p:spPr>
          <a:xfrm xmlns:a="http://schemas.openxmlformats.org/drawingml/2006/main">
            <a:off x="1609725" y="5838825"/>
            <a:ext cx="9067800" cy="41910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48" name="">
            <a:extLst xmlns:a="http://schemas.openxmlformats.org/drawingml/2006/main">
              <a:ext uri="{FF2B5EF4-FFF2-40B4-BE49-F238E27FC236}">
                <a16:creationId xmlns:a16="http://schemas.microsoft.com/office/drawing/2014/main" id="{CE86F549-D370-4082-84CD-4CF42A37ED69}"/>
              </a:ext>
            </a:extLst>
          </p:cNvPr>
          <p:cNvSpPr>
            <a:spLocks xmlns:a="http://schemas.openxmlformats.org/drawingml/2006/main" noGrp="1"/>
          </p:cNvSpPr>
          <p:nvPr/>
        </p:nvSpPr>
        <p:spPr>
          <a:xfrm xmlns:a="http://schemas.openxmlformats.org/drawingml/2006/main">
            <a:off x="1562100" y="5791200"/>
            <a:ext cx="9067800" cy="419100"/>
          </a:xfrm>
          <a:prstGeom xmlns:a="http://schemas.openxmlformats.org/drawingml/2006/main" prst="rect">
            <a:avLst/>
          </a:prstGeom>
          <a:solidFill xmlns:a="http://schemas.openxmlformats.org/drawingml/2006/main">
            <a:srgbClr val="0B0B0B"/>
          </a:solidFill>
          <a:ln xmlns:a="http://schemas.openxmlformats.org/drawingml/2006/main" w="28575">
            <a:solidFill>
              <a:srgbClr val="0B0B0B"/>
            </a:solidFill>
            <a:prstDash val="solid"/>
          </a:ln>
        </p:spPr>
      </p:sp>
      <p:sp>
        <p:nvSpPr>
          <p:cNvPr id="49" name="">
            <a:extLst xmlns:a="http://schemas.openxmlformats.org/drawingml/2006/main">
              <a:ext uri="{FF2B5EF4-FFF2-40B4-BE49-F238E27FC236}">
                <a16:creationId xmlns:a16="http://schemas.microsoft.com/office/drawing/2014/main" id="{CB4E7C7A-F858-43B0-8508-C37C46A078E5}"/>
              </a:ext>
            </a:extLst>
          </p:cNvPr>
          <p:cNvSpPr>
            <a:spLocks xmlns:a="http://schemas.openxmlformats.org/drawingml/2006/main" noGrp="1"/>
          </p:cNvSpPr>
          <p:nvPr/>
        </p:nvSpPr>
        <p:spPr>
          <a:xfrm xmlns:a="http://schemas.openxmlformats.org/drawingml/2006/main">
            <a:off x="1809750" y="586740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75586"/>
          </a:bodyPr>
          <a:lstStyle xmlns:a="http://schemas.openxmlformats.org/drawingml/2006/main"/>
          <a:p xmlns:a="http://schemas.openxmlformats.org/drawingml/2006/main">
            <a:pPr algn="ctr">
              <a:lnSpc>
                <a:spcPct val="105000"/>
              </a:lnSpc>
              <a:buNone/>
              <a:defRPr sz="1575" b="1">
                <a:solidFill>
                  <a:srgbClr val="EAB308"/>
                </a:solidFill>
                <a:latin typeface="Noto Sans Khmer"/>
                <a:ea typeface="Noto Sans Khmer"/>
                <a:cs typeface="Noto Sans Khmer"/>
              </a:defRPr>
            </a:pPr>
            <a:r>
              <a:rPr sz="1575" b="1">
                <a:solidFill>
                  <a:srgbClr val="EAB308"/>
                </a:solidFill>
                <a:latin typeface="Noto Sans Khmer"/>
                <a:ea typeface="Noto Sans Khmer"/>
                <a:cs typeface="Noto Sans Khmer"/>
              </a:rPr>
              <a:t>Answer formula: direct answer + one proof point + next step.</a:t>
            </a:r>
          </a:p>
        </p:txBody>
      </p:sp>
    </p:spTree>
    <p:extLst>
      <p:ext uri="{BB962C8B-B14F-4D97-AF65-F5344CB8AC3E}">
        <p14:creationId xmlns:p14="http://schemas.microsoft.com/office/powerpoint/2010/main" val="7127114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2026-06-17T16:32:39.4120000Z</dcterms:created>
  <dcterms:modified xsi:type="dcterms:W3CDTF">2026-06-17T16:32:39.4120000Z</dcterms:modified>
</coreProperties>
</file>